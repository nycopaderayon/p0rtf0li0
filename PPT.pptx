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x="10287000" cy="18288000"/>
  <p:notesSz cx="6858000" cy="9144000"/>
  <p:embeddedFontLst>
    <p:embeddedFont>
      <p:font typeface="Neue Machina Ultra-Bold" charset="1" panose="00000900000000000000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fonts/font45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8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9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0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1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2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3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5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6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7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8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9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0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1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2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3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5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6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7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8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9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30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31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32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211588" y="5029434"/>
            <a:ext cx="10710174" cy="8229132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11387">
            <a:off x="332127" y="4651643"/>
            <a:ext cx="8907494" cy="1319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24"/>
              </a:lnSpc>
            </a:pPr>
            <a:r>
              <a:rPr lang="en-US" b="true" sz="766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MEET THE TEAM</a:t>
            </a:r>
          </a:p>
        </p:txBody>
      </p:sp>
      <p:sp>
        <p:nvSpPr>
          <p:cNvPr name="TextBox 7" id="7"/>
          <p:cNvSpPr txBox="true"/>
          <p:nvPr/>
        </p:nvSpPr>
        <p:spPr>
          <a:xfrm rot="11387">
            <a:off x="21233" y="4691163"/>
            <a:ext cx="9681400" cy="1310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23"/>
              </a:lnSpc>
            </a:pPr>
            <a:r>
              <a:rPr lang="en-US" b="true" sz="765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MEET THE TEAM</a:t>
            </a:r>
          </a:p>
        </p:txBody>
      </p:sp>
      <p:sp>
        <p:nvSpPr>
          <p:cNvPr name="TextBox 8" id="8"/>
          <p:cNvSpPr txBox="true"/>
          <p:nvPr/>
        </p:nvSpPr>
        <p:spPr>
          <a:xfrm rot="11387">
            <a:off x="308051" y="12229667"/>
            <a:ext cx="9671401" cy="1270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04"/>
              </a:lnSpc>
            </a:pPr>
            <a:r>
              <a:rPr lang="en-US" b="true" sz="736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EASILY EVER AFTER</a:t>
            </a:r>
          </a:p>
        </p:txBody>
      </p:sp>
      <p:sp>
        <p:nvSpPr>
          <p:cNvPr name="TextBox 9" id="9"/>
          <p:cNvSpPr txBox="true"/>
          <p:nvPr/>
        </p:nvSpPr>
        <p:spPr>
          <a:xfrm rot="11387">
            <a:off x="332044" y="12255565"/>
            <a:ext cx="9681400" cy="1270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04"/>
              </a:lnSpc>
            </a:pPr>
            <a:r>
              <a:rPr lang="en-US" b="true" sz="736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EASILY EVER AFTER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48160">
            <a:off x="907215" y="7079045"/>
            <a:ext cx="7865313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b="true" sz="1200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OWNERS</a:t>
            </a:r>
          </a:p>
        </p:txBody>
      </p:sp>
      <p:sp>
        <p:nvSpPr>
          <p:cNvPr name="TextBox 4" id="4"/>
          <p:cNvSpPr txBox="true"/>
          <p:nvPr/>
        </p:nvSpPr>
        <p:spPr>
          <a:xfrm rot="-148160">
            <a:off x="855999" y="5891413"/>
            <a:ext cx="7865313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b="true" sz="1200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OWNERS</a:t>
            </a:r>
          </a:p>
        </p:txBody>
      </p:sp>
      <p:sp>
        <p:nvSpPr>
          <p:cNvPr name="TextBox 5" id="5"/>
          <p:cNvSpPr txBox="true"/>
          <p:nvPr/>
        </p:nvSpPr>
        <p:spPr>
          <a:xfrm rot="-148160">
            <a:off x="803994" y="4685511"/>
            <a:ext cx="7865313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b="true" sz="1200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OWNERS</a:t>
            </a:r>
          </a:p>
        </p:txBody>
      </p:sp>
      <p:sp>
        <p:nvSpPr>
          <p:cNvPr name="TextBox 6" id="6"/>
          <p:cNvSpPr txBox="true"/>
          <p:nvPr/>
        </p:nvSpPr>
        <p:spPr>
          <a:xfrm rot="-148160">
            <a:off x="953704" y="8157049"/>
            <a:ext cx="7865313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b="true" sz="1200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OWNERS</a:t>
            </a:r>
          </a:p>
        </p:txBody>
      </p:sp>
      <p:sp>
        <p:nvSpPr>
          <p:cNvPr name="TextBox 7" id="7"/>
          <p:cNvSpPr txBox="true"/>
          <p:nvPr/>
        </p:nvSpPr>
        <p:spPr>
          <a:xfrm rot="-148160">
            <a:off x="1002458" y="9287591"/>
            <a:ext cx="7865313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b="true" sz="1200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OWNERS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626691" y="4111054"/>
            <a:ext cx="11036361" cy="7411940"/>
          </a:xfrm>
          <a:custGeom>
            <a:avLst/>
            <a:gdLst/>
            <a:ahLst/>
            <a:cxnLst/>
            <a:rect r="r" b="b" t="t" l="l"/>
            <a:pathLst>
              <a:path h="7411940" w="11036361">
                <a:moveTo>
                  <a:pt x="0" y="0"/>
                </a:moveTo>
                <a:lnTo>
                  <a:pt x="11036361" y="0"/>
                </a:lnTo>
                <a:lnTo>
                  <a:pt x="11036361" y="7411940"/>
                </a:lnTo>
                <a:lnTo>
                  <a:pt x="0" y="74119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98771">
            <a:off x="-93671" y="9895150"/>
            <a:ext cx="10384745" cy="4097254"/>
          </a:xfrm>
          <a:custGeom>
            <a:avLst/>
            <a:gdLst/>
            <a:ahLst/>
            <a:cxnLst/>
            <a:rect r="r" b="b" t="t" l="l"/>
            <a:pathLst>
              <a:path h="4097254" w="10384745">
                <a:moveTo>
                  <a:pt x="0" y="0"/>
                </a:moveTo>
                <a:lnTo>
                  <a:pt x="10384745" y="0"/>
                </a:lnTo>
                <a:lnTo>
                  <a:pt x="10384745" y="4097254"/>
                </a:lnTo>
                <a:lnTo>
                  <a:pt x="0" y="409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298771">
            <a:off x="2371411" y="11620813"/>
            <a:ext cx="5645457" cy="2574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5"/>
              </a:lnSpc>
            </a:pPr>
            <a:r>
              <a:rPr lang="en-US" b="true" sz="7396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PAT+MICK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98771">
            <a:off x="-1598058" y="5997698"/>
            <a:ext cx="13483115" cy="5319702"/>
          </a:xfrm>
          <a:custGeom>
            <a:avLst/>
            <a:gdLst/>
            <a:ahLst/>
            <a:cxnLst/>
            <a:rect r="r" b="b" t="t" l="l"/>
            <a:pathLst>
              <a:path h="5319702" w="13483115">
                <a:moveTo>
                  <a:pt x="0" y="0"/>
                </a:moveTo>
                <a:lnTo>
                  <a:pt x="13483116" y="0"/>
                </a:lnTo>
                <a:lnTo>
                  <a:pt x="13483116" y="5319702"/>
                </a:lnTo>
                <a:lnTo>
                  <a:pt x="0" y="53197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298771">
            <a:off x="1472261" y="8276461"/>
            <a:ext cx="7328421" cy="1373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82"/>
              </a:lnSpc>
            </a:pPr>
            <a:r>
              <a:rPr lang="en-US" b="true" sz="7987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CELEBRANTS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48160">
            <a:off x="1084538" y="4508425"/>
            <a:ext cx="7865313" cy="1710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9"/>
              </a:lnSpc>
            </a:pPr>
            <a:r>
              <a:rPr lang="en-US" b="true" sz="9913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CELEBRANT</a:t>
            </a:r>
          </a:p>
        </p:txBody>
      </p:sp>
      <p:sp>
        <p:nvSpPr>
          <p:cNvPr name="TextBox 4" id="4"/>
          <p:cNvSpPr txBox="true"/>
          <p:nvPr/>
        </p:nvSpPr>
        <p:spPr>
          <a:xfrm rot="-148160">
            <a:off x="1282799" y="9110510"/>
            <a:ext cx="7865313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CELEBRANT</a:t>
            </a:r>
          </a:p>
        </p:txBody>
      </p:sp>
      <p:sp>
        <p:nvSpPr>
          <p:cNvPr name="TextBox 5" id="5"/>
          <p:cNvSpPr txBox="true"/>
          <p:nvPr/>
        </p:nvSpPr>
        <p:spPr>
          <a:xfrm rot="-148160">
            <a:off x="1187555" y="6901963"/>
            <a:ext cx="7865313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CELEBRANT</a:t>
            </a:r>
          </a:p>
        </p:txBody>
      </p:sp>
      <p:sp>
        <p:nvSpPr>
          <p:cNvPr name="TextBox 6" id="6"/>
          <p:cNvSpPr txBox="true"/>
          <p:nvPr/>
        </p:nvSpPr>
        <p:spPr>
          <a:xfrm rot="-148160">
            <a:off x="1136339" y="5714332"/>
            <a:ext cx="7865313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CELEBRANT</a:t>
            </a:r>
          </a:p>
        </p:txBody>
      </p:sp>
      <p:sp>
        <p:nvSpPr>
          <p:cNvPr name="TextBox 7" id="7"/>
          <p:cNvSpPr txBox="true"/>
          <p:nvPr/>
        </p:nvSpPr>
        <p:spPr>
          <a:xfrm rot="-148160">
            <a:off x="1234044" y="7979967"/>
            <a:ext cx="7865313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CELEBRANT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58427" y="3527424"/>
            <a:ext cx="7796846" cy="8112935"/>
          </a:xfrm>
          <a:custGeom>
            <a:avLst/>
            <a:gdLst/>
            <a:ahLst/>
            <a:cxnLst/>
            <a:rect r="r" b="b" t="t" l="l"/>
            <a:pathLst>
              <a:path h="8112935" w="7796846">
                <a:moveTo>
                  <a:pt x="0" y="0"/>
                </a:moveTo>
                <a:lnTo>
                  <a:pt x="7796846" y="0"/>
                </a:lnTo>
                <a:lnTo>
                  <a:pt x="7796846" y="8112934"/>
                </a:lnTo>
                <a:lnTo>
                  <a:pt x="0" y="81129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298771">
            <a:off x="-67536" y="10004456"/>
            <a:ext cx="10384745" cy="4097254"/>
          </a:xfrm>
          <a:custGeom>
            <a:avLst/>
            <a:gdLst/>
            <a:ahLst/>
            <a:cxnLst/>
            <a:rect r="r" b="b" t="t" l="l"/>
            <a:pathLst>
              <a:path h="4097254" w="10384745">
                <a:moveTo>
                  <a:pt x="0" y="0"/>
                </a:moveTo>
                <a:lnTo>
                  <a:pt x="10384745" y="0"/>
                </a:lnTo>
                <a:lnTo>
                  <a:pt x="10384745" y="4097254"/>
                </a:lnTo>
                <a:lnTo>
                  <a:pt x="0" y="40972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298771">
            <a:off x="2342080" y="11808865"/>
            <a:ext cx="5645457" cy="1264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5"/>
              </a:lnSpc>
            </a:pPr>
            <a:r>
              <a:rPr lang="en-US" b="true" sz="7396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PAT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48160">
            <a:off x="1084538" y="4508425"/>
            <a:ext cx="7865313" cy="1710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9"/>
              </a:lnSpc>
            </a:pPr>
            <a:r>
              <a:rPr lang="en-US" b="true" sz="9913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CELEBRANT</a:t>
            </a:r>
          </a:p>
        </p:txBody>
      </p:sp>
      <p:sp>
        <p:nvSpPr>
          <p:cNvPr name="TextBox 4" id="4"/>
          <p:cNvSpPr txBox="true"/>
          <p:nvPr/>
        </p:nvSpPr>
        <p:spPr>
          <a:xfrm rot="-148160">
            <a:off x="1282799" y="9110510"/>
            <a:ext cx="7865313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CELEBRANT</a:t>
            </a:r>
          </a:p>
        </p:txBody>
      </p:sp>
      <p:sp>
        <p:nvSpPr>
          <p:cNvPr name="TextBox 5" id="5"/>
          <p:cNvSpPr txBox="true"/>
          <p:nvPr/>
        </p:nvSpPr>
        <p:spPr>
          <a:xfrm rot="-148160">
            <a:off x="1187555" y="6901963"/>
            <a:ext cx="7865313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CELEBRANT</a:t>
            </a:r>
          </a:p>
        </p:txBody>
      </p:sp>
      <p:sp>
        <p:nvSpPr>
          <p:cNvPr name="TextBox 6" id="6"/>
          <p:cNvSpPr txBox="true"/>
          <p:nvPr/>
        </p:nvSpPr>
        <p:spPr>
          <a:xfrm rot="-148160">
            <a:off x="1136339" y="5714332"/>
            <a:ext cx="7865313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CELEBRANT</a:t>
            </a:r>
          </a:p>
        </p:txBody>
      </p:sp>
      <p:sp>
        <p:nvSpPr>
          <p:cNvPr name="TextBox 7" id="7"/>
          <p:cNvSpPr txBox="true"/>
          <p:nvPr/>
        </p:nvSpPr>
        <p:spPr>
          <a:xfrm rot="-148160">
            <a:off x="1234044" y="7979967"/>
            <a:ext cx="7865313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CELEBRANT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17934" y="3932450"/>
            <a:ext cx="9757498" cy="8398034"/>
          </a:xfrm>
          <a:custGeom>
            <a:avLst/>
            <a:gdLst/>
            <a:ahLst/>
            <a:cxnLst/>
            <a:rect r="r" b="b" t="t" l="l"/>
            <a:pathLst>
              <a:path h="8398034" w="9757498">
                <a:moveTo>
                  <a:pt x="0" y="0"/>
                </a:moveTo>
                <a:lnTo>
                  <a:pt x="9757498" y="0"/>
                </a:lnTo>
                <a:lnTo>
                  <a:pt x="9757498" y="8398034"/>
                </a:lnTo>
                <a:lnTo>
                  <a:pt x="0" y="83980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304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98771">
            <a:off x="-67536" y="10004456"/>
            <a:ext cx="10384745" cy="4097254"/>
          </a:xfrm>
          <a:custGeom>
            <a:avLst/>
            <a:gdLst/>
            <a:ahLst/>
            <a:cxnLst/>
            <a:rect r="r" b="b" t="t" l="l"/>
            <a:pathLst>
              <a:path h="4097254" w="10384745">
                <a:moveTo>
                  <a:pt x="0" y="0"/>
                </a:moveTo>
                <a:lnTo>
                  <a:pt x="10384745" y="0"/>
                </a:lnTo>
                <a:lnTo>
                  <a:pt x="10384745" y="4097254"/>
                </a:lnTo>
                <a:lnTo>
                  <a:pt x="0" y="409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298771">
            <a:off x="2390834" y="11626966"/>
            <a:ext cx="5645457" cy="1264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5"/>
              </a:lnSpc>
            </a:pPr>
            <a:r>
              <a:rPr lang="en-US" b="true" sz="7396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JODIE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48160">
            <a:off x="1084538" y="4508425"/>
            <a:ext cx="7865313" cy="1710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9"/>
              </a:lnSpc>
            </a:pPr>
            <a:r>
              <a:rPr lang="en-US" b="true" sz="9913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CELEBRANT</a:t>
            </a:r>
          </a:p>
        </p:txBody>
      </p:sp>
      <p:sp>
        <p:nvSpPr>
          <p:cNvPr name="TextBox 4" id="4"/>
          <p:cNvSpPr txBox="true"/>
          <p:nvPr/>
        </p:nvSpPr>
        <p:spPr>
          <a:xfrm rot="-148160">
            <a:off x="1282799" y="9110510"/>
            <a:ext cx="7865313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CELEBRANT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148160">
            <a:off x="1187555" y="6901963"/>
            <a:ext cx="7865313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CELEBRANT</a:t>
            </a:r>
          </a:p>
        </p:txBody>
      </p:sp>
      <p:sp>
        <p:nvSpPr>
          <p:cNvPr name="TextBox 7" id="7"/>
          <p:cNvSpPr txBox="true"/>
          <p:nvPr/>
        </p:nvSpPr>
        <p:spPr>
          <a:xfrm rot="-148160">
            <a:off x="1136339" y="5714332"/>
            <a:ext cx="7865313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CELEBRANT</a:t>
            </a:r>
          </a:p>
        </p:txBody>
      </p:sp>
      <p:sp>
        <p:nvSpPr>
          <p:cNvPr name="TextBox 8" id="8"/>
          <p:cNvSpPr txBox="true"/>
          <p:nvPr/>
        </p:nvSpPr>
        <p:spPr>
          <a:xfrm rot="-148160">
            <a:off x="1234044" y="7979967"/>
            <a:ext cx="7865313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CELEBRANT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03377" y="3555583"/>
            <a:ext cx="8832774" cy="8593511"/>
          </a:xfrm>
          <a:custGeom>
            <a:avLst/>
            <a:gdLst/>
            <a:ahLst/>
            <a:cxnLst/>
            <a:rect r="r" b="b" t="t" l="l"/>
            <a:pathLst>
              <a:path h="8593511" w="8832774">
                <a:moveTo>
                  <a:pt x="0" y="0"/>
                </a:moveTo>
                <a:lnTo>
                  <a:pt x="8832774" y="0"/>
                </a:lnTo>
                <a:lnTo>
                  <a:pt x="8832774" y="8593511"/>
                </a:lnTo>
                <a:lnTo>
                  <a:pt x="0" y="85935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98771">
            <a:off x="-67536" y="10004456"/>
            <a:ext cx="10384745" cy="4097254"/>
          </a:xfrm>
          <a:custGeom>
            <a:avLst/>
            <a:gdLst/>
            <a:ahLst/>
            <a:cxnLst/>
            <a:rect r="r" b="b" t="t" l="l"/>
            <a:pathLst>
              <a:path h="4097254" w="10384745">
                <a:moveTo>
                  <a:pt x="0" y="0"/>
                </a:moveTo>
                <a:lnTo>
                  <a:pt x="10384745" y="0"/>
                </a:lnTo>
                <a:lnTo>
                  <a:pt x="10384745" y="4097254"/>
                </a:lnTo>
                <a:lnTo>
                  <a:pt x="0" y="409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298771">
            <a:off x="2342080" y="11808865"/>
            <a:ext cx="5645457" cy="1264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5"/>
              </a:lnSpc>
            </a:pPr>
            <a:r>
              <a:rPr lang="en-US" b="true" sz="7396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 DEBBIE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48160">
            <a:off x="1084538" y="4508425"/>
            <a:ext cx="7865313" cy="1710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9"/>
              </a:lnSpc>
            </a:pPr>
            <a:r>
              <a:rPr lang="en-US" b="true" sz="9913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CELEBRANT</a:t>
            </a:r>
          </a:p>
        </p:txBody>
      </p:sp>
      <p:sp>
        <p:nvSpPr>
          <p:cNvPr name="TextBox 4" id="4"/>
          <p:cNvSpPr txBox="true"/>
          <p:nvPr/>
        </p:nvSpPr>
        <p:spPr>
          <a:xfrm rot="-148160">
            <a:off x="1282799" y="9110510"/>
            <a:ext cx="7865313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CELEBRANT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-148160">
            <a:off x="1187555" y="6901963"/>
            <a:ext cx="7865313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CELEBRANT</a:t>
            </a:r>
          </a:p>
        </p:txBody>
      </p:sp>
      <p:sp>
        <p:nvSpPr>
          <p:cNvPr name="TextBox 8" id="8"/>
          <p:cNvSpPr txBox="true"/>
          <p:nvPr/>
        </p:nvSpPr>
        <p:spPr>
          <a:xfrm rot="-148160">
            <a:off x="1136339" y="5714332"/>
            <a:ext cx="7865313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CELEBRANT</a:t>
            </a:r>
          </a:p>
        </p:txBody>
      </p:sp>
      <p:sp>
        <p:nvSpPr>
          <p:cNvPr name="TextBox 9" id="9"/>
          <p:cNvSpPr txBox="true"/>
          <p:nvPr/>
        </p:nvSpPr>
        <p:spPr>
          <a:xfrm rot="-148160">
            <a:off x="1234044" y="7979967"/>
            <a:ext cx="7865313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CELEBRANT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902359" y="3445845"/>
            <a:ext cx="6482282" cy="9130625"/>
          </a:xfrm>
          <a:custGeom>
            <a:avLst/>
            <a:gdLst/>
            <a:ahLst/>
            <a:cxnLst/>
            <a:rect r="r" b="b" t="t" l="l"/>
            <a:pathLst>
              <a:path h="9130625" w="6482282">
                <a:moveTo>
                  <a:pt x="0" y="0"/>
                </a:moveTo>
                <a:lnTo>
                  <a:pt x="6482282" y="0"/>
                </a:lnTo>
                <a:lnTo>
                  <a:pt x="6482282" y="9130626"/>
                </a:lnTo>
                <a:lnTo>
                  <a:pt x="0" y="91306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98771">
            <a:off x="-67536" y="10004456"/>
            <a:ext cx="10384745" cy="4097254"/>
          </a:xfrm>
          <a:custGeom>
            <a:avLst/>
            <a:gdLst/>
            <a:ahLst/>
            <a:cxnLst/>
            <a:rect r="r" b="b" t="t" l="l"/>
            <a:pathLst>
              <a:path h="4097254" w="10384745">
                <a:moveTo>
                  <a:pt x="0" y="0"/>
                </a:moveTo>
                <a:lnTo>
                  <a:pt x="10384745" y="0"/>
                </a:lnTo>
                <a:lnTo>
                  <a:pt x="10384745" y="4097254"/>
                </a:lnTo>
                <a:lnTo>
                  <a:pt x="0" y="409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298771">
            <a:off x="2342080" y="11808865"/>
            <a:ext cx="5645457" cy="1264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5"/>
              </a:lnSpc>
            </a:pPr>
            <a:r>
              <a:rPr lang="en-US" b="true" sz="7396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CALLUM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48160">
            <a:off x="1084538" y="4508425"/>
            <a:ext cx="7865313" cy="1710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9"/>
              </a:lnSpc>
            </a:pPr>
            <a:r>
              <a:rPr lang="en-US" b="true" sz="9913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CELEBRANT</a:t>
            </a:r>
          </a:p>
        </p:txBody>
      </p:sp>
      <p:sp>
        <p:nvSpPr>
          <p:cNvPr name="TextBox 4" id="4"/>
          <p:cNvSpPr txBox="true"/>
          <p:nvPr/>
        </p:nvSpPr>
        <p:spPr>
          <a:xfrm rot="-148160">
            <a:off x="1282799" y="9110510"/>
            <a:ext cx="7865313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CELEBRANT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148160">
            <a:off x="1187555" y="6901963"/>
            <a:ext cx="7865313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CELEBRANT</a:t>
            </a:r>
          </a:p>
        </p:txBody>
      </p:sp>
      <p:sp>
        <p:nvSpPr>
          <p:cNvPr name="TextBox 7" id="7"/>
          <p:cNvSpPr txBox="true"/>
          <p:nvPr/>
        </p:nvSpPr>
        <p:spPr>
          <a:xfrm rot="-148160">
            <a:off x="1136339" y="5714332"/>
            <a:ext cx="7865313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CELEBRANT</a:t>
            </a:r>
          </a:p>
        </p:txBody>
      </p:sp>
      <p:sp>
        <p:nvSpPr>
          <p:cNvPr name="TextBox 8" id="8"/>
          <p:cNvSpPr txBox="true"/>
          <p:nvPr/>
        </p:nvSpPr>
        <p:spPr>
          <a:xfrm rot="-148160">
            <a:off x="1234044" y="7979967"/>
            <a:ext cx="7865313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CELEBRANT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9331" y="3141549"/>
            <a:ext cx="10010379" cy="9739217"/>
          </a:xfrm>
          <a:custGeom>
            <a:avLst/>
            <a:gdLst/>
            <a:ahLst/>
            <a:cxnLst/>
            <a:rect r="r" b="b" t="t" l="l"/>
            <a:pathLst>
              <a:path h="9739217" w="10010379">
                <a:moveTo>
                  <a:pt x="0" y="0"/>
                </a:moveTo>
                <a:lnTo>
                  <a:pt x="10010379" y="0"/>
                </a:lnTo>
                <a:lnTo>
                  <a:pt x="10010379" y="9739218"/>
                </a:lnTo>
                <a:lnTo>
                  <a:pt x="0" y="97392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98771">
            <a:off x="-67536" y="10004456"/>
            <a:ext cx="10384745" cy="4097254"/>
          </a:xfrm>
          <a:custGeom>
            <a:avLst/>
            <a:gdLst/>
            <a:ahLst/>
            <a:cxnLst/>
            <a:rect r="r" b="b" t="t" l="l"/>
            <a:pathLst>
              <a:path h="4097254" w="10384745">
                <a:moveTo>
                  <a:pt x="0" y="0"/>
                </a:moveTo>
                <a:lnTo>
                  <a:pt x="10384745" y="0"/>
                </a:lnTo>
                <a:lnTo>
                  <a:pt x="10384745" y="4097254"/>
                </a:lnTo>
                <a:lnTo>
                  <a:pt x="0" y="409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298771">
            <a:off x="2398921" y="11806394"/>
            <a:ext cx="5645457" cy="2574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5"/>
              </a:lnSpc>
            </a:pPr>
            <a:r>
              <a:rPr lang="en-US" b="true" sz="7396" spc="-221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VICTORIA</a:t>
            </a:r>
          </a:p>
          <a:p>
            <a:pPr algn="ctr">
              <a:lnSpc>
                <a:spcPts val="10355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48160">
            <a:off x="1084538" y="4508425"/>
            <a:ext cx="7865313" cy="1710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9"/>
              </a:lnSpc>
            </a:pPr>
            <a:r>
              <a:rPr lang="en-US" b="true" sz="9913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CELEBRANT</a:t>
            </a:r>
          </a:p>
        </p:txBody>
      </p:sp>
      <p:sp>
        <p:nvSpPr>
          <p:cNvPr name="TextBox 4" id="4"/>
          <p:cNvSpPr txBox="true"/>
          <p:nvPr/>
        </p:nvSpPr>
        <p:spPr>
          <a:xfrm rot="-148160">
            <a:off x="1282799" y="9110510"/>
            <a:ext cx="7865313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CELEBRANT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148160">
            <a:off x="1187555" y="6901963"/>
            <a:ext cx="7865313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CELEBRANT</a:t>
            </a:r>
          </a:p>
        </p:txBody>
      </p:sp>
      <p:sp>
        <p:nvSpPr>
          <p:cNvPr name="TextBox 7" id="7"/>
          <p:cNvSpPr txBox="true"/>
          <p:nvPr/>
        </p:nvSpPr>
        <p:spPr>
          <a:xfrm rot="-148160">
            <a:off x="1136339" y="5714332"/>
            <a:ext cx="7865313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CELEBRANT</a:t>
            </a:r>
          </a:p>
        </p:txBody>
      </p:sp>
      <p:sp>
        <p:nvSpPr>
          <p:cNvPr name="TextBox 8" id="8"/>
          <p:cNvSpPr txBox="true"/>
          <p:nvPr/>
        </p:nvSpPr>
        <p:spPr>
          <a:xfrm rot="-148160">
            <a:off x="1234044" y="7979967"/>
            <a:ext cx="7865313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CELEBRANT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297679" y="3282999"/>
            <a:ext cx="12638364" cy="8425576"/>
          </a:xfrm>
          <a:custGeom>
            <a:avLst/>
            <a:gdLst/>
            <a:ahLst/>
            <a:cxnLst/>
            <a:rect r="r" b="b" t="t" l="l"/>
            <a:pathLst>
              <a:path h="8425576" w="12638364">
                <a:moveTo>
                  <a:pt x="0" y="0"/>
                </a:moveTo>
                <a:lnTo>
                  <a:pt x="12638364" y="0"/>
                </a:lnTo>
                <a:lnTo>
                  <a:pt x="12638364" y="8425576"/>
                </a:lnTo>
                <a:lnTo>
                  <a:pt x="0" y="84255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98771">
            <a:off x="-67536" y="10004456"/>
            <a:ext cx="10384745" cy="4097254"/>
          </a:xfrm>
          <a:custGeom>
            <a:avLst/>
            <a:gdLst/>
            <a:ahLst/>
            <a:cxnLst/>
            <a:rect r="r" b="b" t="t" l="l"/>
            <a:pathLst>
              <a:path h="4097254" w="10384745">
                <a:moveTo>
                  <a:pt x="0" y="0"/>
                </a:moveTo>
                <a:lnTo>
                  <a:pt x="10384745" y="0"/>
                </a:lnTo>
                <a:lnTo>
                  <a:pt x="10384745" y="4097254"/>
                </a:lnTo>
                <a:lnTo>
                  <a:pt x="0" y="409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298771">
            <a:off x="2342080" y="11808865"/>
            <a:ext cx="5645457" cy="1264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5"/>
              </a:lnSpc>
            </a:pPr>
            <a:r>
              <a:rPr lang="en-US" b="true" sz="7396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TEEGAN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98771">
            <a:off x="-1598058" y="5997698"/>
            <a:ext cx="13483115" cy="5319702"/>
          </a:xfrm>
          <a:custGeom>
            <a:avLst/>
            <a:gdLst/>
            <a:ahLst/>
            <a:cxnLst/>
            <a:rect r="r" b="b" t="t" l="l"/>
            <a:pathLst>
              <a:path h="5319702" w="13483115">
                <a:moveTo>
                  <a:pt x="0" y="0"/>
                </a:moveTo>
                <a:lnTo>
                  <a:pt x="13483116" y="0"/>
                </a:lnTo>
                <a:lnTo>
                  <a:pt x="13483116" y="5319702"/>
                </a:lnTo>
                <a:lnTo>
                  <a:pt x="0" y="53197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298771">
            <a:off x="1235787" y="8330371"/>
            <a:ext cx="7803852" cy="110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2"/>
              </a:lnSpc>
            </a:pPr>
            <a:r>
              <a:rPr lang="en-US" b="true" sz="6394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PHOTOGRAPHERS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48160">
            <a:off x="1128432" y="5771652"/>
            <a:ext cx="7865313" cy="1219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54"/>
              </a:lnSpc>
            </a:pPr>
            <a:r>
              <a:rPr lang="en-US" b="true" sz="711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PHOTOGRAPHER</a:t>
            </a:r>
          </a:p>
        </p:txBody>
      </p:sp>
      <p:sp>
        <p:nvSpPr>
          <p:cNvPr name="TextBox 4" id="4"/>
          <p:cNvSpPr txBox="true"/>
          <p:nvPr/>
        </p:nvSpPr>
        <p:spPr>
          <a:xfrm rot="-148160">
            <a:off x="1076425" y="4565749"/>
            <a:ext cx="7865313" cy="121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60"/>
              </a:lnSpc>
            </a:pPr>
            <a:r>
              <a:rPr lang="en-US" b="true" sz="7114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PHOTOGRAPHER</a:t>
            </a:r>
          </a:p>
        </p:txBody>
      </p:sp>
      <p:sp>
        <p:nvSpPr>
          <p:cNvPr name="TextBox 5" id="5"/>
          <p:cNvSpPr txBox="true"/>
          <p:nvPr/>
        </p:nvSpPr>
        <p:spPr>
          <a:xfrm rot="-148160">
            <a:off x="1226137" y="8037287"/>
            <a:ext cx="7865313" cy="1219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54"/>
              </a:lnSpc>
            </a:pPr>
            <a:r>
              <a:rPr lang="en-US" b="true" sz="711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PHOTOGRAPHER</a:t>
            </a:r>
          </a:p>
        </p:txBody>
      </p:sp>
      <p:sp>
        <p:nvSpPr>
          <p:cNvPr name="TextBox 6" id="6"/>
          <p:cNvSpPr txBox="true"/>
          <p:nvPr/>
        </p:nvSpPr>
        <p:spPr>
          <a:xfrm rot="-148160">
            <a:off x="1274891" y="9167829"/>
            <a:ext cx="7865313" cy="1219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54"/>
              </a:lnSpc>
            </a:pPr>
            <a:r>
              <a:rPr lang="en-US" b="true" sz="711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PHOTOGRAPHER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-148160">
            <a:off x="1179648" y="6959283"/>
            <a:ext cx="7865313" cy="1219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54"/>
              </a:lnSpc>
            </a:pPr>
            <a:r>
              <a:rPr lang="en-US" b="true" sz="711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PHOTOGRAPHER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242653" y="2973624"/>
            <a:ext cx="5856713" cy="8734951"/>
          </a:xfrm>
          <a:custGeom>
            <a:avLst/>
            <a:gdLst/>
            <a:ahLst/>
            <a:cxnLst/>
            <a:rect r="r" b="b" t="t" l="l"/>
            <a:pathLst>
              <a:path h="8734951" w="5856713">
                <a:moveTo>
                  <a:pt x="0" y="0"/>
                </a:moveTo>
                <a:lnTo>
                  <a:pt x="5856713" y="0"/>
                </a:lnTo>
                <a:lnTo>
                  <a:pt x="5856713" y="8734951"/>
                </a:lnTo>
                <a:lnTo>
                  <a:pt x="0" y="87349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98771">
            <a:off x="-67536" y="10004456"/>
            <a:ext cx="10384745" cy="4097254"/>
          </a:xfrm>
          <a:custGeom>
            <a:avLst/>
            <a:gdLst/>
            <a:ahLst/>
            <a:cxnLst/>
            <a:rect r="r" b="b" t="t" l="l"/>
            <a:pathLst>
              <a:path h="4097254" w="10384745">
                <a:moveTo>
                  <a:pt x="0" y="0"/>
                </a:moveTo>
                <a:lnTo>
                  <a:pt x="10384745" y="0"/>
                </a:lnTo>
                <a:lnTo>
                  <a:pt x="10384745" y="4097254"/>
                </a:lnTo>
                <a:lnTo>
                  <a:pt x="0" y="409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298771">
            <a:off x="2342080" y="11808865"/>
            <a:ext cx="5645457" cy="1264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5"/>
              </a:lnSpc>
            </a:pPr>
            <a:r>
              <a:rPr lang="en-US" b="true" sz="7396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MICK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48160">
            <a:off x="1076425" y="4565749"/>
            <a:ext cx="7865313" cy="121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60"/>
              </a:lnSpc>
            </a:pPr>
            <a:r>
              <a:rPr lang="en-US" b="true" sz="7114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PHOTOGRAPHER</a:t>
            </a:r>
          </a:p>
        </p:txBody>
      </p:sp>
      <p:sp>
        <p:nvSpPr>
          <p:cNvPr name="TextBox 4" id="4"/>
          <p:cNvSpPr txBox="true"/>
          <p:nvPr/>
        </p:nvSpPr>
        <p:spPr>
          <a:xfrm rot="-148160">
            <a:off x="1274891" y="9167829"/>
            <a:ext cx="7865313" cy="1219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54"/>
              </a:lnSpc>
            </a:pPr>
            <a:r>
              <a:rPr lang="en-US" b="true" sz="711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PHOTOGRAPHER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-148160">
            <a:off x="1128432" y="5771652"/>
            <a:ext cx="7865313" cy="1219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54"/>
              </a:lnSpc>
            </a:pPr>
            <a:r>
              <a:rPr lang="en-US" b="true" sz="711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PHOTOGRAPHER</a:t>
            </a:r>
          </a:p>
        </p:txBody>
      </p:sp>
      <p:sp>
        <p:nvSpPr>
          <p:cNvPr name="TextBox 8" id="8"/>
          <p:cNvSpPr txBox="true"/>
          <p:nvPr/>
        </p:nvSpPr>
        <p:spPr>
          <a:xfrm rot="-148160">
            <a:off x="1226137" y="8037287"/>
            <a:ext cx="7865313" cy="1219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54"/>
              </a:lnSpc>
            </a:pPr>
            <a:r>
              <a:rPr lang="en-US" b="true" sz="711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PHOTOGRAPHER</a:t>
            </a:r>
          </a:p>
        </p:txBody>
      </p:sp>
      <p:sp>
        <p:nvSpPr>
          <p:cNvPr name="TextBox 9" id="9"/>
          <p:cNvSpPr txBox="true"/>
          <p:nvPr/>
        </p:nvSpPr>
        <p:spPr>
          <a:xfrm rot="-148160">
            <a:off x="1179648" y="6959283"/>
            <a:ext cx="7865313" cy="1219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54"/>
              </a:lnSpc>
            </a:pPr>
            <a:r>
              <a:rPr lang="en-US" b="true" sz="711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PHOTOGRAPHER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72322" y="3296389"/>
            <a:ext cx="7641748" cy="8756695"/>
          </a:xfrm>
          <a:custGeom>
            <a:avLst/>
            <a:gdLst/>
            <a:ahLst/>
            <a:cxnLst/>
            <a:rect r="r" b="b" t="t" l="l"/>
            <a:pathLst>
              <a:path h="8756695" w="7641748">
                <a:moveTo>
                  <a:pt x="0" y="0"/>
                </a:moveTo>
                <a:lnTo>
                  <a:pt x="7641748" y="0"/>
                </a:lnTo>
                <a:lnTo>
                  <a:pt x="7641748" y="8756694"/>
                </a:lnTo>
                <a:lnTo>
                  <a:pt x="0" y="875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0901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98771">
            <a:off x="-67536" y="10004456"/>
            <a:ext cx="10384745" cy="4097254"/>
          </a:xfrm>
          <a:custGeom>
            <a:avLst/>
            <a:gdLst/>
            <a:ahLst/>
            <a:cxnLst/>
            <a:rect r="r" b="b" t="t" l="l"/>
            <a:pathLst>
              <a:path h="4097254" w="10384745">
                <a:moveTo>
                  <a:pt x="0" y="0"/>
                </a:moveTo>
                <a:lnTo>
                  <a:pt x="10384745" y="0"/>
                </a:lnTo>
                <a:lnTo>
                  <a:pt x="10384745" y="4097254"/>
                </a:lnTo>
                <a:lnTo>
                  <a:pt x="0" y="409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298771">
            <a:off x="2398921" y="11806394"/>
            <a:ext cx="5645457" cy="2574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5"/>
              </a:lnSpc>
            </a:pPr>
            <a:r>
              <a:rPr lang="en-US" b="true" sz="7396" spc="-221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WENLI</a:t>
            </a:r>
          </a:p>
          <a:p>
            <a:pPr algn="ctr">
              <a:lnSpc>
                <a:spcPts val="10355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48160">
            <a:off x="1076425" y="4565749"/>
            <a:ext cx="7865313" cy="121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60"/>
              </a:lnSpc>
            </a:pPr>
            <a:r>
              <a:rPr lang="en-US" b="true" sz="7114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PHOTOGRAPHER</a:t>
            </a:r>
          </a:p>
        </p:txBody>
      </p:sp>
      <p:sp>
        <p:nvSpPr>
          <p:cNvPr name="TextBox 4" id="4"/>
          <p:cNvSpPr txBox="true"/>
          <p:nvPr/>
        </p:nvSpPr>
        <p:spPr>
          <a:xfrm rot="-148160">
            <a:off x="1274891" y="9167829"/>
            <a:ext cx="7865313" cy="1219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54"/>
              </a:lnSpc>
            </a:pPr>
            <a:r>
              <a:rPr lang="en-US" b="true" sz="711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PHOTOGRAPHER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-148160">
            <a:off x="1128432" y="5771652"/>
            <a:ext cx="7865313" cy="1219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54"/>
              </a:lnSpc>
            </a:pPr>
            <a:r>
              <a:rPr lang="en-US" b="true" sz="711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PHOTOGRAPHER</a:t>
            </a:r>
          </a:p>
        </p:txBody>
      </p:sp>
      <p:sp>
        <p:nvSpPr>
          <p:cNvPr name="TextBox 8" id="8"/>
          <p:cNvSpPr txBox="true"/>
          <p:nvPr/>
        </p:nvSpPr>
        <p:spPr>
          <a:xfrm rot="-148160">
            <a:off x="1226137" y="8037287"/>
            <a:ext cx="7865313" cy="1219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54"/>
              </a:lnSpc>
            </a:pPr>
            <a:r>
              <a:rPr lang="en-US" b="true" sz="711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PHOTOGRAPHER</a:t>
            </a:r>
          </a:p>
        </p:txBody>
      </p:sp>
      <p:sp>
        <p:nvSpPr>
          <p:cNvPr name="TextBox 9" id="9"/>
          <p:cNvSpPr txBox="true"/>
          <p:nvPr/>
        </p:nvSpPr>
        <p:spPr>
          <a:xfrm rot="-148160">
            <a:off x="1179648" y="6959283"/>
            <a:ext cx="7865313" cy="1219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54"/>
              </a:lnSpc>
            </a:pPr>
            <a:r>
              <a:rPr lang="en-US" b="true" sz="711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PHOTOGRAPHER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411751">
            <a:off x="355962" y="2579421"/>
            <a:ext cx="9416409" cy="9161337"/>
          </a:xfrm>
          <a:custGeom>
            <a:avLst/>
            <a:gdLst/>
            <a:ahLst/>
            <a:cxnLst/>
            <a:rect r="r" b="b" t="t" l="l"/>
            <a:pathLst>
              <a:path h="9161337" w="9416409">
                <a:moveTo>
                  <a:pt x="0" y="0"/>
                </a:moveTo>
                <a:lnTo>
                  <a:pt x="9416408" y="0"/>
                </a:lnTo>
                <a:lnTo>
                  <a:pt x="9416408" y="9161337"/>
                </a:lnTo>
                <a:lnTo>
                  <a:pt x="0" y="91613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98771">
            <a:off x="-67536" y="10004456"/>
            <a:ext cx="10384745" cy="4097254"/>
          </a:xfrm>
          <a:custGeom>
            <a:avLst/>
            <a:gdLst/>
            <a:ahLst/>
            <a:cxnLst/>
            <a:rect r="r" b="b" t="t" l="l"/>
            <a:pathLst>
              <a:path h="4097254" w="10384745">
                <a:moveTo>
                  <a:pt x="0" y="0"/>
                </a:moveTo>
                <a:lnTo>
                  <a:pt x="10384745" y="0"/>
                </a:lnTo>
                <a:lnTo>
                  <a:pt x="10384745" y="4097254"/>
                </a:lnTo>
                <a:lnTo>
                  <a:pt x="0" y="409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298771">
            <a:off x="2398921" y="11806394"/>
            <a:ext cx="5645457" cy="2574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5"/>
              </a:lnSpc>
            </a:pPr>
            <a:r>
              <a:rPr lang="en-US" b="true" sz="7396" spc="-221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JUSTIN</a:t>
            </a:r>
          </a:p>
          <a:p>
            <a:pPr algn="ctr">
              <a:lnSpc>
                <a:spcPts val="10355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98771">
            <a:off x="-1598058" y="5997698"/>
            <a:ext cx="13483115" cy="5319702"/>
          </a:xfrm>
          <a:custGeom>
            <a:avLst/>
            <a:gdLst/>
            <a:ahLst/>
            <a:cxnLst/>
            <a:rect r="r" b="b" t="t" l="l"/>
            <a:pathLst>
              <a:path h="5319702" w="13483115">
                <a:moveTo>
                  <a:pt x="0" y="0"/>
                </a:moveTo>
                <a:lnTo>
                  <a:pt x="13483116" y="0"/>
                </a:lnTo>
                <a:lnTo>
                  <a:pt x="13483116" y="5319702"/>
                </a:lnTo>
                <a:lnTo>
                  <a:pt x="0" y="53197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298771">
            <a:off x="1235787" y="8330371"/>
            <a:ext cx="7803852" cy="110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2"/>
              </a:lnSpc>
            </a:pPr>
            <a:r>
              <a:rPr lang="en-US" b="true" sz="6394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FLORIST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48160">
            <a:off x="1136339" y="5714332"/>
            <a:ext cx="7865313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FLORIST</a:t>
            </a:r>
          </a:p>
        </p:txBody>
      </p:sp>
      <p:sp>
        <p:nvSpPr>
          <p:cNvPr name="TextBox 4" id="4"/>
          <p:cNvSpPr txBox="true"/>
          <p:nvPr/>
        </p:nvSpPr>
        <p:spPr>
          <a:xfrm rot="-148160">
            <a:off x="1084538" y="4508425"/>
            <a:ext cx="7865313" cy="1710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9"/>
              </a:lnSpc>
            </a:pPr>
            <a:r>
              <a:rPr lang="en-US" b="true" sz="9913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FLORIST</a:t>
            </a:r>
          </a:p>
        </p:txBody>
      </p:sp>
      <p:sp>
        <p:nvSpPr>
          <p:cNvPr name="TextBox 5" id="5"/>
          <p:cNvSpPr txBox="true"/>
          <p:nvPr/>
        </p:nvSpPr>
        <p:spPr>
          <a:xfrm rot="-148160">
            <a:off x="1234044" y="7979967"/>
            <a:ext cx="7865313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FLORIST</a:t>
            </a:r>
          </a:p>
        </p:txBody>
      </p:sp>
      <p:sp>
        <p:nvSpPr>
          <p:cNvPr name="TextBox 6" id="6"/>
          <p:cNvSpPr txBox="true"/>
          <p:nvPr/>
        </p:nvSpPr>
        <p:spPr>
          <a:xfrm rot="-148160">
            <a:off x="1282799" y="9110510"/>
            <a:ext cx="7865313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FLORIST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-148160">
            <a:off x="1187555" y="6901963"/>
            <a:ext cx="7865313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FLORIST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205507" y="4157959"/>
            <a:ext cx="5631991" cy="7388759"/>
          </a:xfrm>
          <a:custGeom>
            <a:avLst/>
            <a:gdLst/>
            <a:ahLst/>
            <a:cxnLst/>
            <a:rect r="r" b="b" t="t" l="l"/>
            <a:pathLst>
              <a:path h="7388759" w="5631991">
                <a:moveTo>
                  <a:pt x="0" y="0"/>
                </a:moveTo>
                <a:lnTo>
                  <a:pt x="5631991" y="0"/>
                </a:lnTo>
                <a:lnTo>
                  <a:pt x="5631991" y="7388759"/>
                </a:lnTo>
                <a:lnTo>
                  <a:pt x="0" y="73887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98771">
            <a:off x="-67536" y="10004456"/>
            <a:ext cx="10384745" cy="4097254"/>
          </a:xfrm>
          <a:custGeom>
            <a:avLst/>
            <a:gdLst/>
            <a:ahLst/>
            <a:cxnLst/>
            <a:rect r="r" b="b" t="t" l="l"/>
            <a:pathLst>
              <a:path h="4097254" w="10384745">
                <a:moveTo>
                  <a:pt x="0" y="0"/>
                </a:moveTo>
                <a:lnTo>
                  <a:pt x="10384745" y="0"/>
                </a:lnTo>
                <a:lnTo>
                  <a:pt x="10384745" y="4097254"/>
                </a:lnTo>
                <a:lnTo>
                  <a:pt x="0" y="409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298771">
            <a:off x="2342080" y="11808865"/>
            <a:ext cx="5645457" cy="1264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5"/>
              </a:lnSpc>
            </a:pPr>
            <a:r>
              <a:rPr lang="en-US" b="true" sz="7396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MICHELLE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98771">
            <a:off x="-1598058" y="5997698"/>
            <a:ext cx="13483115" cy="5319702"/>
          </a:xfrm>
          <a:custGeom>
            <a:avLst/>
            <a:gdLst/>
            <a:ahLst/>
            <a:cxnLst/>
            <a:rect r="r" b="b" t="t" l="l"/>
            <a:pathLst>
              <a:path h="5319702" w="13483115">
                <a:moveTo>
                  <a:pt x="0" y="0"/>
                </a:moveTo>
                <a:lnTo>
                  <a:pt x="13483116" y="0"/>
                </a:lnTo>
                <a:lnTo>
                  <a:pt x="13483116" y="5319702"/>
                </a:lnTo>
                <a:lnTo>
                  <a:pt x="0" y="53197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298771">
            <a:off x="1235787" y="8330371"/>
            <a:ext cx="7803852" cy="110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2"/>
              </a:lnSpc>
            </a:pPr>
            <a:r>
              <a:rPr lang="en-US" b="true" sz="6394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VIDEOGRAPHERS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48160">
            <a:off x="1128186" y="5751714"/>
            <a:ext cx="8348724" cy="123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09"/>
              </a:lnSpc>
            </a:pPr>
            <a:r>
              <a:rPr lang="en-US" b="true" sz="714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VIDEOGRAPHERS</a:t>
            </a:r>
          </a:p>
        </p:txBody>
      </p:sp>
      <p:sp>
        <p:nvSpPr>
          <p:cNvPr name="TextBox 4" id="4"/>
          <p:cNvSpPr txBox="true"/>
          <p:nvPr/>
        </p:nvSpPr>
        <p:spPr>
          <a:xfrm rot="-148160">
            <a:off x="970139" y="4718671"/>
            <a:ext cx="8473507" cy="1241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12"/>
              </a:lnSpc>
            </a:pPr>
            <a:r>
              <a:rPr lang="en-US" b="true" sz="7151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VIDEOGRAPHERS</a:t>
            </a:r>
          </a:p>
        </p:txBody>
      </p:sp>
      <p:sp>
        <p:nvSpPr>
          <p:cNvPr name="TextBox 5" id="5"/>
          <p:cNvSpPr txBox="true"/>
          <p:nvPr/>
        </p:nvSpPr>
        <p:spPr>
          <a:xfrm rot="-148160">
            <a:off x="1274624" y="9146906"/>
            <a:ext cx="8394488" cy="123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09"/>
              </a:lnSpc>
            </a:pPr>
            <a:r>
              <a:rPr lang="en-US" b="true" sz="714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VIDEOGRAPHERS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148160">
            <a:off x="1225847" y="8015312"/>
            <a:ext cx="8443288" cy="123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09"/>
              </a:lnSpc>
            </a:pPr>
            <a:r>
              <a:rPr lang="en-US" b="true" sz="714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VIDEOGRAPHERS</a:t>
            </a:r>
          </a:p>
        </p:txBody>
      </p:sp>
      <p:sp>
        <p:nvSpPr>
          <p:cNvPr name="TextBox 9" id="9"/>
          <p:cNvSpPr txBox="true"/>
          <p:nvPr/>
        </p:nvSpPr>
        <p:spPr>
          <a:xfrm rot="-148160">
            <a:off x="1179337" y="6936306"/>
            <a:ext cx="8489820" cy="123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09"/>
              </a:lnSpc>
            </a:pPr>
            <a:r>
              <a:rPr lang="en-US" b="true" sz="714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VIDEOGRAPHERS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81965" y="3750478"/>
            <a:ext cx="8182677" cy="7761529"/>
          </a:xfrm>
          <a:custGeom>
            <a:avLst/>
            <a:gdLst/>
            <a:ahLst/>
            <a:cxnLst/>
            <a:rect r="r" b="b" t="t" l="l"/>
            <a:pathLst>
              <a:path h="7761529" w="8182677">
                <a:moveTo>
                  <a:pt x="0" y="0"/>
                </a:moveTo>
                <a:lnTo>
                  <a:pt x="8182678" y="0"/>
                </a:lnTo>
                <a:lnTo>
                  <a:pt x="8182678" y="7761529"/>
                </a:lnTo>
                <a:lnTo>
                  <a:pt x="0" y="7761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85" r="0" b="-1285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98771">
            <a:off x="-67536" y="10004456"/>
            <a:ext cx="10384745" cy="4097254"/>
          </a:xfrm>
          <a:custGeom>
            <a:avLst/>
            <a:gdLst/>
            <a:ahLst/>
            <a:cxnLst/>
            <a:rect r="r" b="b" t="t" l="l"/>
            <a:pathLst>
              <a:path h="4097254" w="10384745">
                <a:moveTo>
                  <a:pt x="0" y="0"/>
                </a:moveTo>
                <a:lnTo>
                  <a:pt x="10384745" y="0"/>
                </a:lnTo>
                <a:lnTo>
                  <a:pt x="10384745" y="4097254"/>
                </a:lnTo>
                <a:lnTo>
                  <a:pt x="0" y="409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298771">
            <a:off x="2398921" y="11806394"/>
            <a:ext cx="5645457" cy="2574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5"/>
              </a:lnSpc>
            </a:pPr>
            <a:r>
              <a:rPr lang="en-US" b="true" sz="7396" spc="-221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JUSTINE</a:t>
            </a:r>
          </a:p>
          <a:p>
            <a:pPr algn="ctr">
              <a:lnSpc>
                <a:spcPts val="10355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48160">
            <a:off x="1128186" y="5751714"/>
            <a:ext cx="8348724" cy="123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09"/>
              </a:lnSpc>
            </a:pPr>
            <a:r>
              <a:rPr lang="en-US" b="true" sz="714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VIDEOGRAPHERS</a:t>
            </a:r>
          </a:p>
        </p:txBody>
      </p:sp>
      <p:sp>
        <p:nvSpPr>
          <p:cNvPr name="TextBox 4" id="4"/>
          <p:cNvSpPr txBox="true"/>
          <p:nvPr/>
        </p:nvSpPr>
        <p:spPr>
          <a:xfrm rot="-148160">
            <a:off x="969073" y="4718671"/>
            <a:ext cx="8473507" cy="1241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12"/>
              </a:lnSpc>
            </a:pPr>
            <a:r>
              <a:rPr lang="en-US" b="true" sz="7151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VIDEOGRAPHERS</a:t>
            </a:r>
          </a:p>
        </p:txBody>
      </p:sp>
      <p:sp>
        <p:nvSpPr>
          <p:cNvPr name="TextBox 5" id="5"/>
          <p:cNvSpPr txBox="true"/>
          <p:nvPr/>
        </p:nvSpPr>
        <p:spPr>
          <a:xfrm rot="-148160">
            <a:off x="1274624" y="9146906"/>
            <a:ext cx="8394488" cy="123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09"/>
              </a:lnSpc>
            </a:pPr>
            <a:r>
              <a:rPr lang="en-US" b="true" sz="714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VIDEOGRAPHERS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148160">
            <a:off x="1225847" y="8015312"/>
            <a:ext cx="8443288" cy="123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09"/>
              </a:lnSpc>
            </a:pPr>
            <a:r>
              <a:rPr lang="en-US" b="true" sz="714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VIDEOGRAPHERS</a:t>
            </a:r>
          </a:p>
        </p:txBody>
      </p:sp>
      <p:sp>
        <p:nvSpPr>
          <p:cNvPr name="TextBox 9" id="9"/>
          <p:cNvSpPr txBox="true"/>
          <p:nvPr/>
        </p:nvSpPr>
        <p:spPr>
          <a:xfrm rot="-148160">
            <a:off x="1179337" y="6936306"/>
            <a:ext cx="8489820" cy="123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09"/>
              </a:lnSpc>
            </a:pPr>
            <a:r>
              <a:rPr lang="en-US" b="true" sz="714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VIDEOGRAPHERS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03325" y="3560512"/>
            <a:ext cx="8139958" cy="7919463"/>
          </a:xfrm>
          <a:custGeom>
            <a:avLst/>
            <a:gdLst/>
            <a:ahLst/>
            <a:cxnLst/>
            <a:rect r="r" b="b" t="t" l="l"/>
            <a:pathLst>
              <a:path h="7919463" w="8139958">
                <a:moveTo>
                  <a:pt x="0" y="0"/>
                </a:moveTo>
                <a:lnTo>
                  <a:pt x="8139958" y="0"/>
                </a:lnTo>
                <a:lnTo>
                  <a:pt x="8139958" y="7919463"/>
                </a:lnTo>
                <a:lnTo>
                  <a:pt x="0" y="79194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98771">
            <a:off x="-67536" y="10004456"/>
            <a:ext cx="10384745" cy="4097254"/>
          </a:xfrm>
          <a:custGeom>
            <a:avLst/>
            <a:gdLst/>
            <a:ahLst/>
            <a:cxnLst/>
            <a:rect r="r" b="b" t="t" l="l"/>
            <a:pathLst>
              <a:path h="4097254" w="10384745">
                <a:moveTo>
                  <a:pt x="0" y="0"/>
                </a:moveTo>
                <a:lnTo>
                  <a:pt x="10384745" y="0"/>
                </a:lnTo>
                <a:lnTo>
                  <a:pt x="10384745" y="4097254"/>
                </a:lnTo>
                <a:lnTo>
                  <a:pt x="0" y="409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298771">
            <a:off x="2342080" y="11808865"/>
            <a:ext cx="5645457" cy="1264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5"/>
              </a:lnSpc>
            </a:pPr>
            <a:r>
              <a:rPr lang="en-US" b="true" sz="7396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KEVIN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48160">
            <a:off x="1128186" y="5751714"/>
            <a:ext cx="8348724" cy="123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09"/>
              </a:lnSpc>
            </a:pPr>
            <a:r>
              <a:rPr lang="en-US" b="true" sz="714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VIDEOGRAPHERS</a:t>
            </a:r>
          </a:p>
        </p:txBody>
      </p:sp>
      <p:sp>
        <p:nvSpPr>
          <p:cNvPr name="TextBox 4" id="4"/>
          <p:cNvSpPr txBox="true"/>
          <p:nvPr/>
        </p:nvSpPr>
        <p:spPr>
          <a:xfrm rot="-148160">
            <a:off x="1012893" y="4718671"/>
            <a:ext cx="8473507" cy="1241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12"/>
              </a:lnSpc>
            </a:pPr>
            <a:r>
              <a:rPr lang="en-US" b="true" sz="7151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VIDEOGRAPHERS</a:t>
            </a:r>
          </a:p>
        </p:txBody>
      </p:sp>
      <p:sp>
        <p:nvSpPr>
          <p:cNvPr name="TextBox 5" id="5"/>
          <p:cNvSpPr txBox="true"/>
          <p:nvPr/>
        </p:nvSpPr>
        <p:spPr>
          <a:xfrm rot="-148160">
            <a:off x="1274624" y="9146906"/>
            <a:ext cx="8394488" cy="123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09"/>
              </a:lnSpc>
            </a:pPr>
            <a:r>
              <a:rPr lang="en-US" b="true" sz="714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VIDEOGRAPHERS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148160">
            <a:off x="1225847" y="8015312"/>
            <a:ext cx="8443288" cy="123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09"/>
              </a:lnSpc>
            </a:pPr>
            <a:r>
              <a:rPr lang="en-US" b="true" sz="714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VIDEOGRAPHERS</a:t>
            </a:r>
          </a:p>
        </p:txBody>
      </p:sp>
      <p:sp>
        <p:nvSpPr>
          <p:cNvPr name="TextBox 9" id="9"/>
          <p:cNvSpPr txBox="true"/>
          <p:nvPr/>
        </p:nvSpPr>
        <p:spPr>
          <a:xfrm rot="-148160">
            <a:off x="1179337" y="6936306"/>
            <a:ext cx="8489820" cy="123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09"/>
              </a:lnSpc>
            </a:pPr>
            <a:r>
              <a:rPr lang="en-US" b="true" sz="714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VIDEOGRAPHERS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2347852" y="2451953"/>
            <a:ext cx="14389483" cy="10401703"/>
          </a:xfrm>
          <a:custGeom>
            <a:avLst/>
            <a:gdLst/>
            <a:ahLst/>
            <a:cxnLst/>
            <a:rect r="r" b="b" t="t" l="l"/>
            <a:pathLst>
              <a:path h="10401703" w="14389483">
                <a:moveTo>
                  <a:pt x="0" y="0"/>
                </a:moveTo>
                <a:lnTo>
                  <a:pt x="14389482" y="0"/>
                </a:lnTo>
                <a:lnTo>
                  <a:pt x="14389482" y="10401703"/>
                </a:lnTo>
                <a:lnTo>
                  <a:pt x="0" y="104017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3525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98771">
            <a:off x="-67536" y="10004456"/>
            <a:ext cx="10384745" cy="4097254"/>
          </a:xfrm>
          <a:custGeom>
            <a:avLst/>
            <a:gdLst/>
            <a:ahLst/>
            <a:cxnLst/>
            <a:rect r="r" b="b" t="t" l="l"/>
            <a:pathLst>
              <a:path h="4097254" w="10384745">
                <a:moveTo>
                  <a:pt x="0" y="0"/>
                </a:moveTo>
                <a:lnTo>
                  <a:pt x="10384745" y="0"/>
                </a:lnTo>
                <a:lnTo>
                  <a:pt x="10384745" y="4097254"/>
                </a:lnTo>
                <a:lnTo>
                  <a:pt x="0" y="409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298771">
            <a:off x="2314570" y="11730119"/>
            <a:ext cx="5645457" cy="2574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5"/>
              </a:lnSpc>
            </a:pPr>
            <a:r>
              <a:rPr lang="en-US" b="true" sz="7396" spc="-221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LUWYL</a:t>
            </a:r>
          </a:p>
          <a:p>
            <a:pPr algn="ctr">
              <a:lnSpc>
                <a:spcPts val="10355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48160">
            <a:off x="1128186" y="5751714"/>
            <a:ext cx="8348724" cy="123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09"/>
              </a:lnSpc>
            </a:pPr>
            <a:r>
              <a:rPr lang="en-US" b="true" sz="714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VIDEOGRAPHERS</a:t>
            </a:r>
          </a:p>
        </p:txBody>
      </p:sp>
      <p:sp>
        <p:nvSpPr>
          <p:cNvPr name="TextBox 4" id="4"/>
          <p:cNvSpPr txBox="true"/>
          <p:nvPr/>
        </p:nvSpPr>
        <p:spPr>
          <a:xfrm rot="-148160">
            <a:off x="979664" y="4718671"/>
            <a:ext cx="8473507" cy="1241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12"/>
              </a:lnSpc>
            </a:pPr>
            <a:r>
              <a:rPr lang="en-US" b="true" sz="7151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VIDEOGRAPHERS</a:t>
            </a:r>
          </a:p>
        </p:txBody>
      </p:sp>
      <p:sp>
        <p:nvSpPr>
          <p:cNvPr name="TextBox 5" id="5"/>
          <p:cNvSpPr txBox="true"/>
          <p:nvPr/>
        </p:nvSpPr>
        <p:spPr>
          <a:xfrm rot="-148160">
            <a:off x="1274624" y="9146906"/>
            <a:ext cx="8394488" cy="123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09"/>
              </a:lnSpc>
            </a:pPr>
            <a:r>
              <a:rPr lang="en-US" b="true" sz="714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VIDEOGRAPHERS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148160">
            <a:off x="1225847" y="8015312"/>
            <a:ext cx="8443288" cy="123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09"/>
              </a:lnSpc>
            </a:pPr>
            <a:r>
              <a:rPr lang="en-US" b="true" sz="714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VIDEOGRAPHERS</a:t>
            </a:r>
          </a:p>
        </p:txBody>
      </p:sp>
      <p:sp>
        <p:nvSpPr>
          <p:cNvPr name="TextBox 9" id="9"/>
          <p:cNvSpPr txBox="true"/>
          <p:nvPr/>
        </p:nvSpPr>
        <p:spPr>
          <a:xfrm rot="-148160">
            <a:off x="1179337" y="6936306"/>
            <a:ext cx="8489820" cy="123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09"/>
              </a:lnSpc>
            </a:pPr>
            <a:r>
              <a:rPr lang="en-US" b="true" sz="714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VIDEOGRAPHERS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55734" y="3432208"/>
            <a:ext cx="9852028" cy="9656280"/>
          </a:xfrm>
          <a:custGeom>
            <a:avLst/>
            <a:gdLst/>
            <a:ahLst/>
            <a:cxnLst/>
            <a:rect r="r" b="b" t="t" l="l"/>
            <a:pathLst>
              <a:path h="9656280" w="9852028">
                <a:moveTo>
                  <a:pt x="0" y="0"/>
                </a:moveTo>
                <a:lnTo>
                  <a:pt x="9852027" y="0"/>
                </a:lnTo>
                <a:lnTo>
                  <a:pt x="9852027" y="9656280"/>
                </a:lnTo>
                <a:lnTo>
                  <a:pt x="0" y="9656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1503" t="-42223" r="0" b="-19611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98771">
            <a:off x="-67536" y="10004456"/>
            <a:ext cx="10384745" cy="4097254"/>
          </a:xfrm>
          <a:custGeom>
            <a:avLst/>
            <a:gdLst/>
            <a:ahLst/>
            <a:cxnLst/>
            <a:rect r="r" b="b" t="t" l="l"/>
            <a:pathLst>
              <a:path h="4097254" w="10384745">
                <a:moveTo>
                  <a:pt x="0" y="0"/>
                </a:moveTo>
                <a:lnTo>
                  <a:pt x="10384745" y="0"/>
                </a:lnTo>
                <a:lnTo>
                  <a:pt x="10384745" y="4097254"/>
                </a:lnTo>
                <a:lnTo>
                  <a:pt x="0" y="409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298771">
            <a:off x="2314570" y="11730119"/>
            <a:ext cx="5645457" cy="2574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5"/>
              </a:lnSpc>
            </a:pPr>
            <a:r>
              <a:rPr lang="en-US" b="true" sz="7396" spc="-221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BEAU</a:t>
            </a:r>
          </a:p>
          <a:p>
            <a:pPr algn="ctr">
              <a:lnSpc>
                <a:spcPts val="10355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98771">
            <a:off x="-1598058" y="5997698"/>
            <a:ext cx="13483115" cy="5319702"/>
          </a:xfrm>
          <a:custGeom>
            <a:avLst/>
            <a:gdLst/>
            <a:ahLst/>
            <a:cxnLst/>
            <a:rect r="r" b="b" t="t" l="l"/>
            <a:pathLst>
              <a:path h="5319702" w="13483115">
                <a:moveTo>
                  <a:pt x="0" y="0"/>
                </a:moveTo>
                <a:lnTo>
                  <a:pt x="13483116" y="0"/>
                </a:lnTo>
                <a:lnTo>
                  <a:pt x="13483116" y="5319702"/>
                </a:lnTo>
                <a:lnTo>
                  <a:pt x="0" y="53197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298771">
            <a:off x="1235787" y="8330371"/>
            <a:ext cx="7803852" cy="110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2"/>
              </a:lnSpc>
            </a:pPr>
            <a:r>
              <a:rPr lang="en-US" b="true" sz="6394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STYLISTS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48160">
            <a:off x="684629" y="5703918"/>
            <a:ext cx="8348724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STYLISTS</a:t>
            </a:r>
          </a:p>
        </p:txBody>
      </p:sp>
      <p:sp>
        <p:nvSpPr>
          <p:cNvPr name="TextBox 4" id="4"/>
          <p:cNvSpPr txBox="true"/>
          <p:nvPr/>
        </p:nvSpPr>
        <p:spPr>
          <a:xfrm rot="-148160">
            <a:off x="536014" y="4670877"/>
            <a:ext cx="8473507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STYLISTS</a:t>
            </a:r>
          </a:p>
        </p:txBody>
      </p:sp>
      <p:sp>
        <p:nvSpPr>
          <p:cNvPr name="TextBox 5" id="5"/>
          <p:cNvSpPr txBox="true"/>
          <p:nvPr/>
        </p:nvSpPr>
        <p:spPr>
          <a:xfrm rot="-148160">
            <a:off x="831068" y="9099110"/>
            <a:ext cx="8394488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STYLISTS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148160">
            <a:off x="782290" y="7967516"/>
            <a:ext cx="8443288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STYLISTS</a:t>
            </a:r>
          </a:p>
        </p:txBody>
      </p:sp>
      <p:sp>
        <p:nvSpPr>
          <p:cNvPr name="TextBox 9" id="9"/>
          <p:cNvSpPr txBox="true"/>
          <p:nvPr/>
        </p:nvSpPr>
        <p:spPr>
          <a:xfrm rot="-148160">
            <a:off x="735780" y="6888510"/>
            <a:ext cx="8489820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STYLISTS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65246" y="2694422"/>
            <a:ext cx="7039507" cy="9778938"/>
          </a:xfrm>
          <a:custGeom>
            <a:avLst/>
            <a:gdLst/>
            <a:ahLst/>
            <a:cxnLst/>
            <a:rect r="r" b="b" t="t" l="l"/>
            <a:pathLst>
              <a:path h="9778938" w="7039507">
                <a:moveTo>
                  <a:pt x="0" y="0"/>
                </a:moveTo>
                <a:lnTo>
                  <a:pt x="7039507" y="0"/>
                </a:lnTo>
                <a:lnTo>
                  <a:pt x="7039507" y="9778938"/>
                </a:lnTo>
                <a:lnTo>
                  <a:pt x="0" y="97789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98771">
            <a:off x="-67536" y="10004456"/>
            <a:ext cx="10384745" cy="4097254"/>
          </a:xfrm>
          <a:custGeom>
            <a:avLst/>
            <a:gdLst/>
            <a:ahLst/>
            <a:cxnLst/>
            <a:rect r="r" b="b" t="t" l="l"/>
            <a:pathLst>
              <a:path h="4097254" w="10384745">
                <a:moveTo>
                  <a:pt x="0" y="0"/>
                </a:moveTo>
                <a:lnTo>
                  <a:pt x="10384745" y="0"/>
                </a:lnTo>
                <a:lnTo>
                  <a:pt x="10384745" y="4097254"/>
                </a:lnTo>
                <a:lnTo>
                  <a:pt x="0" y="409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298771">
            <a:off x="2314570" y="11730119"/>
            <a:ext cx="5645457" cy="2574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5"/>
              </a:lnSpc>
            </a:pPr>
            <a:r>
              <a:rPr lang="en-US" b="true" sz="7396" spc="-221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RIN</a:t>
            </a:r>
          </a:p>
          <a:p>
            <a:pPr algn="ctr">
              <a:lnSpc>
                <a:spcPts val="10355"/>
              </a:lnSpc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48160">
            <a:off x="684629" y="5703918"/>
            <a:ext cx="8348724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STYLISTS</a:t>
            </a:r>
          </a:p>
        </p:txBody>
      </p:sp>
      <p:sp>
        <p:nvSpPr>
          <p:cNvPr name="TextBox 4" id="4"/>
          <p:cNvSpPr txBox="true"/>
          <p:nvPr/>
        </p:nvSpPr>
        <p:spPr>
          <a:xfrm rot="-148160">
            <a:off x="536014" y="4670877"/>
            <a:ext cx="8473507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STYLISTS</a:t>
            </a:r>
          </a:p>
        </p:txBody>
      </p:sp>
      <p:sp>
        <p:nvSpPr>
          <p:cNvPr name="TextBox 5" id="5"/>
          <p:cNvSpPr txBox="true"/>
          <p:nvPr/>
        </p:nvSpPr>
        <p:spPr>
          <a:xfrm rot="-148160">
            <a:off x="831068" y="9099110"/>
            <a:ext cx="8394488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STYLISTS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-148160">
            <a:off x="782290" y="7967516"/>
            <a:ext cx="8443288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STYLISTS</a:t>
            </a:r>
          </a:p>
        </p:txBody>
      </p:sp>
      <p:sp>
        <p:nvSpPr>
          <p:cNvPr name="TextBox 8" id="8"/>
          <p:cNvSpPr txBox="true"/>
          <p:nvPr/>
        </p:nvSpPr>
        <p:spPr>
          <a:xfrm rot="-148160">
            <a:off x="735780" y="6888510"/>
            <a:ext cx="8489820" cy="170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3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STYLISTS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895490" y="3419823"/>
            <a:ext cx="5935619" cy="8838123"/>
          </a:xfrm>
          <a:custGeom>
            <a:avLst/>
            <a:gdLst/>
            <a:ahLst/>
            <a:cxnLst/>
            <a:rect r="r" b="b" t="t" l="l"/>
            <a:pathLst>
              <a:path h="8838123" w="5935619">
                <a:moveTo>
                  <a:pt x="0" y="0"/>
                </a:moveTo>
                <a:lnTo>
                  <a:pt x="5935620" y="0"/>
                </a:lnTo>
                <a:lnTo>
                  <a:pt x="5935620" y="8838123"/>
                </a:lnTo>
                <a:lnTo>
                  <a:pt x="0" y="8838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98771">
            <a:off x="-67536" y="10004456"/>
            <a:ext cx="10384745" cy="4097254"/>
          </a:xfrm>
          <a:custGeom>
            <a:avLst/>
            <a:gdLst/>
            <a:ahLst/>
            <a:cxnLst/>
            <a:rect r="r" b="b" t="t" l="l"/>
            <a:pathLst>
              <a:path h="4097254" w="10384745">
                <a:moveTo>
                  <a:pt x="0" y="0"/>
                </a:moveTo>
                <a:lnTo>
                  <a:pt x="10384745" y="0"/>
                </a:lnTo>
                <a:lnTo>
                  <a:pt x="10384745" y="4097254"/>
                </a:lnTo>
                <a:lnTo>
                  <a:pt x="0" y="409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298771">
            <a:off x="2314570" y="11730119"/>
            <a:ext cx="5645457" cy="2574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5"/>
              </a:lnSpc>
            </a:pPr>
            <a:r>
              <a:rPr lang="en-US" b="true" sz="7396" spc="-221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EMMA</a:t>
            </a:r>
          </a:p>
          <a:p>
            <a:pPr algn="ctr">
              <a:lnSpc>
                <a:spcPts val="10355"/>
              </a:lnSpc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98771">
            <a:off x="-1598058" y="5997698"/>
            <a:ext cx="13483115" cy="5319702"/>
          </a:xfrm>
          <a:custGeom>
            <a:avLst/>
            <a:gdLst/>
            <a:ahLst/>
            <a:cxnLst/>
            <a:rect r="r" b="b" t="t" l="l"/>
            <a:pathLst>
              <a:path h="5319702" w="13483115">
                <a:moveTo>
                  <a:pt x="0" y="0"/>
                </a:moveTo>
                <a:lnTo>
                  <a:pt x="13483116" y="0"/>
                </a:lnTo>
                <a:lnTo>
                  <a:pt x="13483116" y="5319702"/>
                </a:lnTo>
                <a:lnTo>
                  <a:pt x="0" y="53197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298771">
            <a:off x="1235787" y="8330371"/>
            <a:ext cx="7803852" cy="110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2"/>
              </a:lnSpc>
            </a:pPr>
            <a:r>
              <a:rPr lang="en-US" b="true" sz="6394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MUSO’S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48160">
            <a:off x="196517" y="5252935"/>
            <a:ext cx="9510519" cy="194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04"/>
              </a:lnSpc>
            </a:pPr>
            <a:r>
              <a:rPr lang="en-US" b="true" sz="1128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MUSO’S</a:t>
            </a:r>
          </a:p>
        </p:txBody>
      </p:sp>
      <p:sp>
        <p:nvSpPr>
          <p:cNvPr name="TextBox 4" id="4"/>
          <p:cNvSpPr txBox="true"/>
          <p:nvPr/>
        </p:nvSpPr>
        <p:spPr>
          <a:xfrm rot="-148160">
            <a:off x="27220" y="4076138"/>
            <a:ext cx="9652667" cy="194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04"/>
              </a:lnSpc>
            </a:pPr>
            <a:r>
              <a:rPr lang="en-US" b="true" sz="1128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MUSO’S</a:t>
            </a:r>
          </a:p>
        </p:txBody>
      </p:sp>
      <p:sp>
        <p:nvSpPr>
          <p:cNvPr name="TextBox 5" id="5"/>
          <p:cNvSpPr txBox="true"/>
          <p:nvPr/>
        </p:nvSpPr>
        <p:spPr>
          <a:xfrm rot="-148160">
            <a:off x="363334" y="9120597"/>
            <a:ext cx="9562652" cy="194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04"/>
              </a:lnSpc>
            </a:pPr>
            <a:r>
              <a:rPr lang="en-US" b="true" sz="1128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MUSO’S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148160">
            <a:off x="307769" y="7831532"/>
            <a:ext cx="9618243" cy="194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04"/>
              </a:lnSpc>
            </a:pPr>
            <a:r>
              <a:rPr lang="en-US" b="true" sz="1128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MUSO’S</a:t>
            </a:r>
          </a:p>
        </p:txBody>
      </p:sp>
      <p:sp>
        <p:nvSpPr>
          <p:cNvPr name="TextBox 9" id="9"/>
          <p:cNvSpPr txBox="true"/>
          <p:nvPr/>
        </p:nvSpPr>
        <p:spPr>
          <a:xfrm rot="-148160">
            <a:off x="196442" y="6602373"/>
            <a:ext cx="9671250" cy="194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04"/>
              </a:lnSpc>
            </a:pPr>
            <a:r>
              <a:rPr lang="en-US" b="true" sz="1128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MUSO’S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70572" y="3029769"/>
            <a:ext cx="7611054" cy="9673337"/>
          </a:xfrm>
          <a:custGeom>
            <a:avLst/>
            <a:gdLst/>
            <a:ahLst/>
            <a:cxnLst/>
            <a:rect r="r" b="b" t="t" l="l"/>
            <a:pathLst>
              <a:path h="9673337" w="7611054">
                <a:moveTo>
                  <a:pt x="0" y="0"/>
                </a:moveTo>
                <a:lnTo>
                  <a:pt x="7611054" y="0"/>
                </a:lnTo>
                <a:lnTo>
                  <a:pt x="7611054" y="9673337"/>
                </a:lnTo>
                <a:lnTo>
                  <a:pt x="0" y="96733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8671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98771">
            <a:off x="-67536" y="10004456"/>
            <a:ext cx="10384745" cy="4097254"/>
          </a:xfrm>
          <a:custGeom>
            <a:avLst/>
            <a:gdLst/>
            <a:ahLst/>
            <a:cxnLst/>
            <a:rect r="r" b="b" t="t" l="l"/>
            <a:pathLst>
              <a:path h="4097254" w="10384745">
                <a:moveTo>
                  <a:pt x="0" y="0"/>
                </a:moveTo>
                <a:lnTo>
                  <a:pt x="10384745" y="0"/>
                </a:lnTo>
                <a:lnTo>
                  <a:pt x="10384745" y="4097254"/>
                </a:lnTo>
                <a:lnTo>
                  <a:pt x="0" y="409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298771">
            <a:off x="2314570" y="11730119"/>
            <a:ext cx="5645457" cy="2574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5"/>
              </a:lnSpc>
            </a:pPr>
            <a:r>
              <a:rPr lang="en-US" b="true" sz="7396" spc="-221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RYAN</a:t>
            </a:r>
          </a:p>
          <a:p>
            <a:pPr algn="ctr">
              <a:lnSpc>
                <a:spcPts val="10355"/>
              </a:lnSpc>
            </a:pP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48160">
            <a:off x="196517" y="5252935"/>
            <a:ext cx="9510519" cy="194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04"/>
              </a:lnSpc>
            </a:pPr>
            <a:r>
              <a:rPr lang="en-US" b="true" sz="1128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MUSO’S</a:t>
            </a:r>
          </a:p>
        </p:txBody>
      </p:sp>
      <p:sp>
        <p:nvSpPr>
          <p:cNvPr name="TextBox 4" id="4"/>
          <p:cNvSpPr txBox="true"/>
          <p:nvPr/>
        </p:nvSpPr>
        <p:spPr>
          <a:xfrm rot="-148160">
            <a:off x="27220" y="4076138"/>
            <a:ext cx="9652667" cy="194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04"/>
              </a:lnSpc>
            </a:pPr>
            <a:r>
              <a:rPr lang="en-US" b="true" sz="1128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MUSO’S</a:t>
            </a:r>
          </a:p>
        </p:txBody>
      </p:sp>
      <p:sp>
        <p:nvSpPr>
          <p:cNvPr name="TextBox 5" id="5"/>
          <p:cNvSpPr txBox="true"/>
          <p:nvPr/>
        </p:nvSpPr>
        <p:spPr>
          <a:xfrm rot="-148160">
            <a:off x="363334" y="9120597"/>
            <a:ext cx="9562652" cy="194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04"/>
              </a:lnSpc>
            </a:pPr>
            <a:r>
              <a:rPr lang="en-US" b="true" sz="1128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MUSO’S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148160">
            <a:off x="307769" y="7831532"/>
            <a:ext cx="9618243" cy="194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04"/>
              </a:lnSpc>
            </a:pPr>
            <a:r>
              <a:rPr lang="en-US" b="true" sz="1128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MUSO’S</a:t>
            </a:r>
          </a:p>
        </p:txBody>
      </p:sp>
      <p:sp>
        <p:nvSpPr>
          <p:cNvPr name="TextBox 9" id="9"/>
          <p:cNvSpPr txBox="true"/>
          <p:nvPr/>
        </p:nvSpPr>
        <p:spPr>
          <a:xfrm rot="-148160">
            <a:off x="196442" y="6602373"/>
            <a:ext cx="9671250" cy="194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04"/>
              </a:lnSpc>
            </a:pPr>
            <a:r>
              <a:rPr lang="en-US" b="true" sz="1128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MUSO’S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08312" y="3172254"/>
            <a:ext cx="8700745" cy="8465058"/>
          </a:xfrm>
          <a:custGeom>
            <a:avLst/>
            <a:gdLst/>
            <a:ahLst/>
            <a:cxnLst/>
            <a:rect r="r" b="b" t="t" l="l"/>
            <a:pathLst>
              <a:path h="8465058" w="8700745">
                <a:moveTo>
                  <a:pt x="0" y="0"/>
                </a:moveTo>
                <a:lnTo>
                  <a:pt x="8700744" y="0"/>
                </a:lnTo>
                <a:lnTo>
                  <a:pt x="8700744" y="8465058"/>
                </a:lnTo>
                <a:lnTo>
                  <a:pt x="0" y="84650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98771">
            <a:off x="-67536" y="10004456"/>
            <a:ext cx="10384745" cy="4097254"/>
          </a:xfrm>
          <a:custGeom>
            <a:avLst/>
            <a:gdLst/>
            <a:ahLst/>
            <a:cxnLst/>
            <a:rect r="r" b="b" t="t" l="l"/>
            <a:pathLst>
              <a:path h="4097254" w="10384745">
                <a:moveTo>
                  <a:pt x="0" y="0"/>
                </a:moveTo>
                <a:lnTo>
                  <a:pt x="10384745" y="0"/>
                </a:lnTo>
                <a:lnTo>
                  <a:pt x="10384745" y="4097254"/>
                </a:lnTo>
                <a:lnTo>
                  <a:pt x="0" y="409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298771">
            <a:off x="2314570" y="11730119"/>
            <a:ext cx="5645457" cy="2574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5"/>
              </a:lnSpc>
            </a:pPr>
            <a:r>
              <a:rPr lang="en-US" b="true" sz="7396" spc="-221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NICK</a:t>
            </a:r>
          </a:p>
          <a:p>
            <a:pPr algn="ctr">
              <a:lnSpc>
                <a:spcPts val="10355"/>
              </a:lnSpc>
            </a:pP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48160">
            <a:off x="196517" y="5252935"/>
            <a:ext cx="9510519" cy="194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04"/>
              </a:lnSpc>
            </a:pPr>
            <a:r>
              <a:rPr lang="en-US" b="true" sz="1128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MUSO’S</a:t>
            </a:r>
          </a:p>
        </p:txBody>
      </p:sp>
      <p:sp>
        <p:nvSpPr>
          <p:cNvPr name="TextBox 4" id="4"/>
          <p:cNvSpPr txBox="true"/>
          <p:nvPr/>
        </p:nvSpPr>
        <p:spPr>
          <a:xfrm rot="-148160">
            <a:off x="27220" y="4076138"/>
            <a:ext cx="9652667" cy="194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04"/>
              </a:lnSpc>
            </a:pPr>
            <a:r>
              <a:rPr lang="en-US" b="true" sz="1128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MUSO’S</a:t>
            </a:r>
          </a:p>
        </p:txBody>
      </p:sp>
      <p:sp>
        <p:nvSpPr>
          <p:cNvPr name="TextBox 5" id="5"/>
          <p:cNvSpPr txBox="true"/>
          <p:nvPr/>
        </p:nvSpPr>
        <p:spPr>
          <a:xfrm rot="-148160">
            <a:off x="363334" y="9120597"/>
            <a:ext cx="9562652" cy="194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04"/>
              </a:lnSpc>
            </a:pPr>
            <a:r>
              <a:rPr lang="en-US" b="true" sz="1128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MUSO’S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148160">
            <a:off x="307769" y="7831532"/>
            <a:ext cx="9618243" cy="194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04"/>
              </a:lnSpc>
            </a:pPr>
            <a:r>
              <a:rPr lang="en-US" b="true" sz="1128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MUSO’S</a:t>
            </a:r>
          </a:p>
        </p:txBody>
      </p:sp>
      <p:sp>
        <p:nvSpPr>
          <p:cNvPr name="TextBox 9" id="9"/>
          <p:cNvSpPr txBox="true"/>
          <p:nvPr/>
        </p:nvSpPr>
        <p:spPr>
          <a:xfrm rot="-148160">
            <a:off x="196442" y="6602373"/>
            <a:ext cx="9671250" cy="194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04"/>
              </a:lnSpc>
            </a:pPr>
            <a:r>
              <a:rPr lang="en-US" b="true" sz="1128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MUSO’S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05252" y="3743325"/>
            <a:ext cx="9033536" cy="8788835"/>
          </a:xfrm>
          <a:custGeom>
            <a:avLst/>
            <a:gdLst/>
            <a:ahLst/>
            <a:cxnLst/>
            <a:rect r="r" b="b" t="t" l="l"/>
            <a:pathLst>
              <a:path h="8788835" w="9033536">
                <a:moveTo>
                  <a:pt x="0" y="0"/>
                </a:moveTo>
                <a:lnTo>
                  <a:pt x="9033536" y="0"/>
                </a:lnTo>
                <a:lnTo>
                  <a:pt x="9033536" y="8788835"/>
                </a:lnTo>
                <a:lnTo>
                  <a:pt x="0" y="87888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98771">
            <a:off x="-67536" y="10004456"/>
            <a:ext cx="10384745" cy="4097254"/>
          </a:xfrm>
          <a:custGeom>
            <a:avLst/>
            <a:gdLst/>
            <a:ahLst/>
            <a:cxnLst/>
            <a:rect r="r" b="b" t="t" l="l"/>
            <a:pathLst>
              <a:path h="4097254" w="10384745">
                <a:moveTo>
                  <a:pt x="0" y="0"/>
                </a:moveTo>
                <a:lnTo>
                  <a:pt x="10384745" y="0"/>
                </a:lnTo>
                <a:lnTo>
                  <a:pt x="10384745" y="4097254"/>
                </a:lnTo>
                <a:lnTo>
                  <a:pt x="0" y="409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298771">
            <a:off x="2604532" y="11409131"/>
            <a:ext cx="5647749" cy="2739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91"/>
              </a:lnSpc>
            </a:pPr>
            <a:r>
              <a:rPr lang="en-US" b="true" sz="5208" spc="-156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ANASTACIA &amp; NATALIA</a:t>
            </a:r>
          </a:p>
          <a:p>
            <a:pPr algn="ctr">
              <a:lnSpc>
                <a:spcPts val="7291"/>
              </a:lnSpc>
            </a:pP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48160">
            <a:off x="196517" y="5252935"/>
            <a:ext cx="9510519" cy="194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04"/>
              </a:lnSpc>
            </a:pPr>
            <a:r>
              <a:rPr lang="en-US" b="true" sz="1128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MUSO’S</a:t>
            </a:r>
          </a:p>
        </p:txBody>
      </p:sp>
      <p:sp>
        <p:nvSpPr>
          <p:cNvPr name="TextBox 4" id="4"/>
          <p:cNvSpPr txBox="true"/>
          <p:nvPr/>
        </p:nvSpPr>
        <p:spPr>
          <a:xfrm rot="-148160">
            <a:off x="27220" y="4076138"/>
            <a:ext cx="9652667" cy="194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04"/>
              </a:lnSpc>
            </a:pPr>
            <a:r>
              <a:rPr lang="en-US" b="true" sz="1128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MUSO’S</a:t>
            </a:r>
          </a:p>
        </p:txBody>
      </p:sp>
      <p:sp>
        <p:nvSpPr>
          <p:cNvPr name="TextBox 5" id="5"/>
          <p:cNvSpPr txBox="true"/>
          <p:nvPr/>
        </p:nvSpPr>
        <p:spPr>
          <a:xfrm rot="-148160">
            <a:off x="363334" y="9120597"/>
            <a:ext cx="9562652" cy="194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04"/>
              </a:lnSpc>
            </a:pPr>
            <a:r>
              <a:rPr lang="en-US" b="true" sz="1128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MUSO’S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148160">
            <a:off x="307769" y="7831532"/>
            <a:ext cx="9618243" cy="194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04"/>
              </a:lnSpc>
            </a:pPr>
            <a:r>
              <a:rPr lang="en-US" b="true" sz="1128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MUSO’S</a:t>
            </a:r>
          </a:p>
        </p:txBody>
      </p:sp>
      <p:sp>
        <p:nvSpPr>
          <p:cNvPr name="TextBox 9" id="9"/>
          <p:cNvSpPr txBox="true"/>
          <p:nvPr/>
        </p:nvSpPr>
        <p:spPr>
          <a:xfrm rot="-148160">
            <a:off x="196442" y="6602373"/>
            <a:ext cx="9671250" cy="194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04"/>
              </a:lnSpc>
            </a:pPr>
            <a:r>
              <a:rPr lang="en-US" b="true" sz="1128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MUSO’S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92246" y="2824114"/>
            <a:ext cx="8929322" cy="9161337"/>
          </a:xfrm>
          <a:custGeom>
            <a:avLst/>
            <a:gdLst/>
            <a:ahLst/>
            <a:cxnLst/>
            <a:rect r="r" b="b" t="t" l="l"/>
            <a:pathLst>
              <a:path h="9161337" w="8929322">
                <a:moveTo>
                  <a:pt x="0" y="0"/>
                </a:moveTo>
                <a:lnTo>
                  <a:pt x="8929322" y="0"/>
                </a:lnTo>
                <a:lnTo>
                  <a:pt x="8929322" y="9161337"/>
                </a:lnTo>
                <a:lnTo>
                  <a:pt x="0" y="91613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5454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98771">
            <a:off x="-67536" y="10004456"/>
            <a:ext cx="10384745" cy="4097254"/>
          </a:xfrm>
          <a:custGeom>
            <a:avLst/>
            <a:gdLst/>
            <a:ahLst/>
            <a:cxnLst/>
            <a:rect r="r" b="b" t="t" l="l"/>
            <a:pathLst>
              <a:path h="4097254" w="10384745">
                <a:moveTo>
                  <a:pt x="0" y="0"/>
                </a:moveTo>
                <a:lnTo>
                  <a:pt x="10384745" y="0"/>
                </a:lnTo>
                <a:lnTo>
                  <a:pt x="10384745" y="4097254"/>
                </a:lnTo>
                <a:lnTo>
                  <a:pt x="0" y="409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298771">
            <a:off x="2314570" y="11730119"/>
            <a:ext cx="5645457" cy="2574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5"/>
              </a:lnSpc>
            </a:pPr>
            <a:r>
              <a:rPr lang="en-US" b="true" sz="7396" spc="-221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JACK</a:t>
            </a:r>
          </a:p>
          <a:p>
            <a:pPr algn="ctr">
              <a:lnSpc>
                <a:spcPts val="10355"/>
              </a:lnSpc>
            </a:pP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98771">
            <a:off x="-1598058" y="5997698"/>
            <a:ext cx="13483115" cy="5319702"/>
          </a:xfrm>
          <a:custGeom>
            <a:avLst/>
            <a:gdLst/>
            <a:ahLst/>
            <a:cxnLst/>
            <a:rect r="r" b="b" t="t" l="l"/>
            <a:pathLst>
              <a:path h="5319702" w="13483115">
                <a:moveTo>
                  <a:pt x="0" y="0"/>
                </a:moveTo>
                <a:lnTo>
                  <a:pt x="13483116" y="0"/>
                </a:lnTo>
                <a:lnTo>
                  <a:pt x="13483116" y="5319702"/>
                </a:lnTo>
                <a:lnTo>
                  <a:pt x="0" y="53197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298771">
            <a:off x="1235787" y="8330371"/>
            <a:ext cx="7803852" cy="110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2"/>
              </a:lnSpc>
            </a:pPr>
            <a:r>
              <a:rPr lang="en-US" b="true" sz="6394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GLAM SQUAD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48160">
            <a:off x="889022" y="5831260"/>
            <a:ext cx="8348724" cy="1552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28"/>
              </a:lnSpc>
            </a:pPr>
            <a:r>
              <a:rPr lang="en-US" b="true" sz="902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GLAM SQUAD</a:t>
            </a:r>
          </a:p>
        </p:txBody>
      </p:sp>
      <p:sp>
        <p:nvSpPr>
          <p:cNvPr name="TextBox 4" id="4"/>
          <p:cNvSpPr txBox="true"/>
          <p:nvPr/>
        </p:nvSpPr>
        <p:spPr>
          <a:xfrm rot="-148160">
            <a:off x="811765" y="4666951"/>
            <a:ext cx="8503239" cy="1546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26"/>
              </a:lnSpc>
            </a:pPr>
            <a:r>
              <a:rPr lang="en-US" b="true" sz="9018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GLAM SQUAD</a:t>
            </a:r>
          </a:p>
        </p:txBody>
      </p:sp>
      <p:sp>
        <p:nvSpPr>
          <p:cNvPr name="TextBox 5" id="5"/>
          <p:cNvSpPr txBox="true"/>
          <p:nvPr/>
        </p:nvSpPr>
        <p:spPr>
          <a:xfrm rot="-148160">
            <a:off x="1035461" y="9226453"/>
            <a:ext cx="8394488" cy="1552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28"/>
              </a:lnSpc>
            </a:pPr>
            <a:r>
              <a:rPr lang="en-US" b="true" sz="902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GLAM SQUAD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148160">
            <a:off x="986684" y="8094859"/>
            <a:ext cx="8443288" cy="1552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28"/>
              </a:lnSpc>
            </a:pPr>
            <a:r>
              <a:rPr lang="en-US" b="true" sz="902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GLAM SQUAD</a:t>
            </a:r>
          </a:p>
        </p:txBody>
      </p:sp>
      <p:sp>
        <p:nvSpPr>
          <p:cNvPr name="TextBox 9" id="9"/>
          <p:cNvSpPr txBox="true"/>
          <p:nvPr/>
        </p:nvSpPr>
        <p:spPr>
          <a:xfrm rot="-148160">
            <a:off x="940173" y="7015852"/>
            <a:ext cx="8489820" cy="1552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28"/>
              </a:lnSpc>
            </a:pPr>
            <a:r>
              <a:rPr lang="en-US" b="true" sz="902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GLAM SQUAD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809773" y="3905663"/>
            <a:ext cx="6515021" cy="8147420"/>
          </a:xfrm>
          <a:custGeom>
            <a:avLst/>
            <a:gdLst/>
            <a:ahLst/>
            <a:cxnLst/>
            <a:rect r="r" b="b" t="t" l="l"/>
            <a:pathLst>
              <a:path h="8147420" w="6515021">
                <a:moveTo>
                  <a:pt x="0" y="0"/>
                </a:moveTo>
                <a:lnTo>
                  <a:pt x="6515021" y="0"/>
                </a:lnTo>
                <a:lnTo>
                  <a:pt x="6515021" y="8147420"/>
                </a:lnTo>
                <a:lnTo>
                  <a:pt x="0" y="81474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98771">
            <a:off x="-67536" y="10004456"/>
            <a:ext cx="10384745" cy="4097254"/>
          </a:xfrm>
          <a:custGeom>
            <a:avLst/>
            <a:gdLst/>
            <a:ahLst/>
            <a:cxnLst/>
            <a:rect r="r" b="b" t="t" l="l"/>
            <a:pathLst>
              <a:path h="4097254" w="10384745">
                <a:moveTo>
                  <a:pt x="0" y="0"/>
                </a:moveTo>
                <a:lnTo>
                  <a:pt x="10384745" y="0"/>
                </a:lnTo>
                <a:lnTo>
                  <a:pt x="10384745" y="4097254"/>
                </a:lnTo>
                <a:lnTo>
                  <a:pt x="0" y="409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298771">
            <a:off x="2314570" y="11730119"/>
            <a:ext cx="5645457" cy="2574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5"/>
              </a:lnSpc>
            </a:pPr>
            <a:r>
              <a:rPr lang="en-US" b="true" sz="7396" spc="-221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NATALIE</a:t>
            </a:r>
          </a:p>
          <a:p>
            <a:pPr algn="ctr">
              <a:lnSpc>
                <a:spcPts val="10355"/>
              </a:lnSpc>
            </a:pP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48160">
            <a:off x="889022" y="5831260"/>
            <a:ext cx="8348724" cy="1552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28"/>
              </a:lnSpc>
            </a:pPr>
            <a:r>
              <a:rPr lang="en-US" b="true" sz="902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GLAM SQUAD</a:t>
            </a:r>
          </a:p>
        </p:txBody>
      </p:sp>
      <p:sp>
        <p:nvSpPr>
          <p:cNvPr name="TextBox 4" id="4"/>
          <p:cNvSpPr txBox="true"/>
          <p:nvPr/>
        </p:nvSpPr>
        <p:spPr>
          <a:xfrm rot="-148160">
            <a:off x="811765" y="4666951"/>
            <a:ext cx="8503239" cy="1546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26"/>
              </a:lnSpc>
            </a:pPr>
            <a:r>
              <a:rPr lang="en-US" b="true" sz="9018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GLAM SQUAD</a:t>
            </a:r>
          </a:p>
        </p:txBody>
      </p:sp>
      <p:sp>
        <p:nvSpPr>
          <p:cNvPr name="TextBox 5" id="5"/>
          <p:cNvSpPr txBox="true"/>
          <p:nvPr/>
        </p:nvSpPr>
        <p:spPr>
          <a:xfrm rot="-148160">
            <a:off x="1035461" y="9226453"/>
            <a:ext cx="8394488" cy="1552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28"/>
              </a:lnSpc>
            </a:pPr>
            <a:r>
              <a:rPr lang="en-US" b="true" sz="902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GLAM SQUAD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148160">
            <a:off x="986684" y="8094859"/>
            <a:ext cx="8443288" cy="1552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28"/>
              </a:lnSpc>
            </a:pPr>
            <a:r>
              <a:rPr lang="en-US" b="true" sz="902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GLAM SQUAD</a:t>
            </a:r>
          </a:p>
        </p:txBody>
      </p:sp>
      <p:sp>
        <p:nvSpPr>
          <p:cNvPr name="TextBox 9" id="9"/>
          <p:cNvSpPr txBox="true"/>
          <p:nvPr/>
        </p:nvSpPr>
        <p:spPr>
          <a:xfrm rot="-148160">
            <a:off x="940173" y="7015852"/>
            <a:ext cx="8489820" cy="1552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28"/>
              </a:lnSpc>
            </a:pPr>
            <a:r>
              <a:rPr lang="en-US" b="true" sz="902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GLAM SQUAD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906150" y="3174535"/>
            <a:ext cx="6565664" cy="9415508"/>
          </a:xfrm>
          <a:custGeom>
            <a:avLst/>
            <a:gdLst/>
            <a:ahLst/>
            <a:cxnLst/>
            <a:rect r="r" b="b" t="t" l="l"/>
            <a:pathLst>
              <a:path h="9415508" w="6565664">
                <a:moveTo>
                  <a:pt x="0" y="0"/>
                </a:moveTo>
                <a:lnTo>
                  <a:pt x="6565664" y="0"/>
                </a:lnTo>
                <a:lnTo>
                  <a:pt x="6565664" y="9415508"/>
                </a:lnTo>
                <a:lnTo>
                  <a:pt x="0" y="9415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98771">
            <a:off x="-67536" y="10004456"/>
            <a:ext cx="10384745" cy="4097254"/>
          </a:xfrm>
          <a:custGeom>
            <a:avLst/>
            <a:gdLst/>
            <a:ahLst/>
            <a:cxnLst/>
            <a:rect r="r" b="b" t="t" l="l"/>
            <a:pathLst>
              <a:path h="4097254" w="10384745">
                <a:moveTo>
                  <a:pt x="0" y="0"/>
                </a:moveTo>
                <a:lnTo>
                  <a:pt x="10384745" y="0"/>
                </a:lnTo>
                <a:lnTo>
                  <a:pt x="10384745" y="4097254"/>
                </a:lnTo>
                <a:lnTo>
                  <a:pt x="0" y="409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298771">
            <a:off x="2314570" y="11730119"/>
            <a:ext cx="5645457" cy="2574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5"/>
              </a:lnSpc>
            </a:pPr>
            <a:r>
              <a:rPr lang="en-US" b="true" sz="7396" spc="-221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SUMI</a:t>
            </a:r>
          </a:p>
          <a:p>
            <a:pPr algn="ctr">
              <a:lnSpc>
                <a:spcPts val="10355"/>
              </a:lnSpc>
            </a:pP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48160">
            <a:off x="889022" y="5831260"/>
            <a:ext cx="8348724" cy="1552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28"/>
              </a:lnSpc>
            </a:pPr>
            <a:r>
              <a:rPr lang="en-US" b="true" sz="902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GLAM SQUAD</a:t>
            </a:r>
          </a:p>
        </p:txBody>
      </p:sp>
      <p:sp>
        <p:nvSpPr>
          <p:cNvPr name="TextBox 4" id="4"/>
          <p:cNvSpPr txBox="true"/>
          <p:nvPr/>
        </p:nvSpPr>
        <p:spPr>
          <a:xfrm rot="-148160">
            <a:off x="811765" y="4666951"/>
            <a:ext cx="8503239" cy="1546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26"/>
              </a:lnSpc>
            </a:pPr>
            <a:r>
              <a:rPr lang="en-US" b="true" sz="9018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GLAM SQUAD</a:t>
            </a:r>
          </a:p>
        </p:txBody>
      </p:sp>
      <p:sp>
        <p:nvSpPr>
          <p:cNvPr name="TextBox 5" id="5"/>
          <p:cNvSpPr txBox="true"/>
          <p:nvPr/>
        </p:nvSpPr>
        <p:spPr>
          <a:xfrm rot="-148160">
            <a:off x="1035461" y="9226453"/>
            <a:ext cx="8394488" cy="1552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28"/>
              </a:lnSpc>
            </a:pPr>
            <a:r>
              <a:rPr lang="en-US" b="true" sz="902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GLAM SQUAD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-148160">
            <a:off x="986684" y="8094859"/>
            <a:ext cx="8443288" cy="1552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28"/>
              </a:lnSpc>
            </a:pPr>
            <a:r>
              <a:rPr lang="en-US" b="true" sz="902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GLAM SQUAD</a:t>
            </a:r>
          </a:p>
        </p:txBody>
      </p:sp>
      <p:sp>
        <p:nvSpPr>
          <p:cNvPr name="TextBox 8" id="8"/>
          <p:cNvSpPr txBox="true"/>
          <p:nvPr/>
        </p:nvSpPr>
        <p:spPr>
          <a:xfrm rot="-148160">
            <a:off x="940173" y="7015852"/>
            <a:ext cx="8489820" cy="1552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28"/>
              </a:lnSpc>
            </a:pPr>
            <a:r>
              <a:rPr lang="en-US" b="true" sz="902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GLAM SQUAD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709148" y="4247231"/>
            <a:ext cx="6868705" cy="7694533"/>
          </a:xfrm>
          <a:custGeom>
            <a:avLst/>
            <a:gdLst/>
            <a:ahLst/>
            <a:cxnLst/>
            <a:rect r="r" b="b" t="t" l="l"/>
            <a:pathLst>
              <a:path h="7694533" w="6868705">
                <a:moveTo>
                  <a:pt x="0" y="0"/>
                </a:moveTo>
                <a:lnTo>
                  <a:pt x="6868704" y="0"/>
                </a:lnTo>
                <a:lnTo>
                  <a:pt x="6868704" y="7694533"/>
                </a:lnTo>
                <a:lnTo>
                  <a:pt x="0" y="76945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13" t="0" r="-14228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98771">
            <a:off x="-67536" y="10004456"/>
            <a:ext cx="10384745" cy="4097254"/>
          </a:xfrm>
          <a:custGeom>
            <a:avLst/>
            <a:gdLst/>
            <a:ahLst/>
            <a:cxnLst/>
            <a:rect r="r" b="b" t="t" l="l"/>
            <a:pathLst>
              <a:path h="4097254" w="10384745">
                <a:moveTo>
                  <a:pt x="0" y="0"/>
                </a:moveTo>
                <a:lnTo>
                  <a:pt x="10384745" y="0"/>
                </a:lnTo>
                <a:lnTo>
                  <a:pt x="10384745" y="4097254"/>
                </a:lnTo>
                <a:lnTo>
                  <a:pt x="0" y="409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298771">
            <a:off x="2081252" y="11790441"/>
            <a:ext cx="6323932" cy="2147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3"/>
              </a:lnSpc>
            </a:pPr>
            <a:r>
              <a:rPr lang="en-US" b="true" sz="6014" spc="-18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CASSANDRA LEE</a:t>
            </a:r>
          </a:p>
          <a:p>
            <a:pPr algn="ctr">
              <a:lnSpc>
                <a:spcPts val="5533"/>
              </a:lnSpc>
            </a:pP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98771">
            <a:off x="-1598058" y="5997698"/>
            <a:ext cx="13483115" cy="5319702"/>
          </a:xfrm>
          <a:custGeom>
            <a:avLst/>
            <a:gdLst/>
            <a:ahLst/>
            <a:cxnLst/>
            <a:rect r="r" b="b" t="t" l="l"/>
            <a:pathLst>
              <a:path h="5319702" w="13483115">
                <a:moveTo>
                  <a:pt x="0" y="0"/>
                </a:moveTo>
                <a:lnTo>
                  <a:pt x="13483116" y="0"/>
                </a:lnTo>
                <a:lnTo>
                  <a:pt x="13483116" y="5319702"/>
                </a:lnTo>
                <a:lnTo>
                  <a:pt x="0" y="53197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298771">
            <a:off x="1186594" y="7960781"/>
            <a:ext cx="7803852" cy="110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2"/>
              </a:lnSpc>
            </a:pPr>
            <a:r>
              <a:rPr lang="en-US" b="true" sz="6394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CATERER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48160">
            <a:off x="1269804" y="6255792"/>
            <a:ext cx="7762986" cy="1141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7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CATERER</a:t>
            </a:r>
          </a:p>
        </p:txBody>
      </p:sp>
      <p:sp>
        <p:nvSpPr>
          <p:cNvPr name="TextBox 4" id="4"/>
          <p:cNvSpPr txBox="true"/>
          <p:nvPr/>
        </p:nvSpPr>
        <p:spPr>
          <a:xfrm rot="-148160">
            <a:off x="1475845" y="5032577"/>
            <a:ext cx="7575329" cy="1141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7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CATERER</a:t>
            </a:r>
          </a:p>
        </p:txBody>
      </p:sp>
      <p:sp>
        <p:nvSpPr>
          <p:cNvPr name="TextBox 5" id="5"/>
          <p:cNvSpPr txBox="true"/>
          <p:nvPr/>
        </p:nvSpPr>
        <p:spPr>
          <a:xfrm rot="-148160">
            <a:off x="1273825" y="10086046"/>
            <a:ext cx="7588323" cy="1141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7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CATERER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148160">
            <a:off x="928017" y="8754942"/>
            <a:ext cx="8279939" cy="1141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7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CATERER</a:t>
            </a:r>
          </a:p>
        </p:txBody>
      </p:sp>
      <p:sp>
        <p:nvSpPr>
          <p:cNvPr name="TextBox 9" id="9"/>
          <p:cNvSpPr txBox="true"/>
          <p:nvPr/>
        </p:nvSpPr>
        <p:spPr>
          <a:xfrm rot="-148160">
            <a:off x="1001025" y="7489208"/>
            <a:ext cx="8236506" cy="1141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7"/>
              </a:lnSpc>
            </a:pPr>
            <a:r>
              <a:rPr lang="en-US" b="true" sz="990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CATERER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31186" y="4368505"/>
            <a:ext cx="6858008" cy="8680632"/>
          </a:xfrm>
          <a:custGeom>
            <a:avLst/>
            <a:gdLst/>
            <a:ahLst/>
            <a:cxnLst/>
            <a:rect r="r" b="b" t="t" l="l"/>
            <a:pathLst>
              <a:path h="8680632" w="6858008">
                <a:moveTo>
                  <a:pt x="0" y="0"/>
                </a:moveTo>
                <a:lnTo>
                  <a:pt x="6858008" y="0"/>
                </a:lnTo>
                <a:lnTo>
                  <a:pt x="6858008" y="8680632"/>
                </a:lnTo>
                <a:lnTo>
                  <a:pt x="0" y="86806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98771">
            <a:off x="-67536" y="10004456"/>
            <a:ext cx="10384745" cy="4097254"/>
          </a:xfrm>
          <a:custGeom>
            <a:avLst/>
            <a:gdLst/>
            <a:ahLst/>
            <a:cxnLst/>
            <a:rect r="r" b="b" t="t" l="l"/>
            <a:pathLst>
              <a:path h="4097254" w="10384745">
                <a:moveTo>
                  <a:pt x="0" y="0"/>
                </a:moveTo>
                <a:lnTo>
                  <a:pt x="10384745" y="0"/>
                </a:lnTo>
                <a:lnTo>
                  <a:pt x="10384745" y="4097254"/>
                </a:lnTo>
                <a:lnTo>
                  <a:pt x="0" y="409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298771">
            <a:off x="1973431" y="11690768"/>
            <a:ext cx="6552160" cy="2574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5"/>
              </a:lnSpc>
            </a:pPr>
            <a:r>
              <a:rPr lang="en-US" b="true" sz="7396" spc="-221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ALISON </a:t>
            </a:r>
          </a:p>
          <a:p>
            <a:pPr algn="ctr">
              <a:lnSpc>
                <a:spcPts val="10355"/>
              </a:lnSpc>
            </a:pP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98771">
            <a:off x="-1598058" y="5997698"/>
            <a:ext cx="13483115" cy="5319702"/>
          </a:xfrm>
          <a:custGeom>
            <a:avLst/>
            <a:gdLst/>
            <a:ahLst/>
            <a:cxnLst/>
            <a:rect r="r" b="b" t="t" l="l"/>
            <a:pathLst>
              <a:path h="5319702" w="13483115">
                <a:moveTo>
                  <a:pt x="0" y="0"/>
                </a:moveTo>
                <a:lnTo>
                  <a:pt x="13483116" y="0"/>
                </a:lnTo>
                <a:lnTo>
                  <a:pt x="13483116" y="5319702"/>
                </a:lnTo>
                <a:lnTo>
                  <a:pt x="0" y="53197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298771">
            <a:off x="1235787" y="8371375"/>
            <a:ext cx="7803852" cy="110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2"/>
              </a:lnSpc>
            </a:pPr>
            <a:r>
              <a:rPr lang="en-US" b="true" sz="6394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LIVE PAINTER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48160">
            <a:off x="1158875" y="6660494"/>
            <a:ext cx="7953176" cy="94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9"/>
              </a:lnSpc>
            </a:pPr>
            <a:r>
              <a:rPr lang="en-US" b="true" sz="819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LIVE PAINTER </a:t>
            </a:r>
          </a:p>
        </p:txBody>
      </p:sp>
      <p:sp>
        <p:nvSpPr>
          <p:cNvPr name="TextBox 4" id="4"/>
          <p:cNvSpPr txBox="true"/>
          <p:nvPr/>
        </p:nvSpPr>
        <p:spPr>
          <a:xfrm rot="-148160">
            <a:off x="1158847" y="5414111"/>
            <a:ext cx="8014894" cy="940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0"/>
              </a:lnSpc>
            </a:pPr>
            <a:r>
              <a:rPr lang="en-US" b="true" sz="820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LIVE PAINTER </a:t>
            </a:r>
          </a:p>
        </p:txBody>
      </p:sp>
      <p:sp>
        <p:nvSpPr>
          <p:cNvPr name="TextBox 5" id="5"/>
          <p:cNvSpPr txBox="true"/>
          <p:nvPr/>
        </p:nvSpPr>
        <p:spPr>
          <a:xfrm rot="-148160">
            <a:off x="1158925" y="10344120"/>
            <a:ext cx="7846800" cy="94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9"/>
              </a:lnSpc>
            </a:pPr>
            <a:r>
              <a:rPr lang="en-US" b="true" sz="819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LIVE PAINTER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148160">
            <a:off x="1010096" y="9135552"/>
            <a:ext cx="8279939" cy="94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9"/>
              </a:lnSpc>
            </a:pPr>
            <a:r>
              <a:rPr lang="en-US" b="true" sz="819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LIVE PAINTER </a:t>
            </a:r>
          </a:p>
        </p:txBody>
      </p:sp>
      <p:sp>
        <p:nvSpPr>
          <p:cNvPr name="TextBox 9" id="9"/>
          <p:cNvSpPr txBox="true"/>
          <p:nvPr/>
        </p:nvSpPr>
        <p:spPr>
          <a:xfrm rot="-148160">
            <a:off x="1053510" y="7880938"/>
            <a:ext cx="8236506" cy="94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9"/>
              </a:lnSpc>
            </a:pPr>
            <a:r>
              <a:rPr lang="en-US" b="true" sz="8199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LIVE PAINTER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875990" y="3126309"/>
            <a:ext cx="4399537" cy="8546230"/>
          </a:xfrm>
          <a:custGeom>
            <a:avLst/>
            <a:gdLst/>
            <a:ahLst/>
            <a:cxnLst/>
            <a:rect r="r" b="b" t="t" l="l"/>
            <a:pathLst>
              <a:path h="8546230" w="4399537">
                <a:moveTo>
                  <a:pt x="0" y="0"/>
                </a:moveTo>
                <a:lnTo>
                  <a:pt x="4399537" y="0"/>
                </a:lnTo>
                <a:lnTo>
                  <a:pt x="4399537" y="8546230"/>
                </a:lnTo>
                <a:lnTo>
                  <a:pt x="0" y="85462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928" r="-125474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98771">
            <a:off x="-67536" y="10004456"/>
            <a:ext cx="10384745" cy="4097254"/>
          </a:xfrm>
          <a:custGeom>
            <a:avLst/>
            <a:gdLst/>
            <a:ahLst/>
            <a:cxnLst/>
            <a:rect r="r" b="b" t="t" l="l"/>
            <a:pathLst>
              <a:path h="4097254" w="10384745">
                <a:moveTo>
                  <a:pt x="0" y="0"/>
                </a:moveTo>
                <a:lnTo>
                  <a:pt x="10384745" y="0"/>
                </a:lnTo>
                <a:lnTo>
                  <a:pt x="10384745" y="4097254"/>
                </a:lnTo>
                <a:lnTo>
                  <a:pt x="0" y="409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298771">
            <a:off x="2314570" y="11730119"/>
            <a:ext cx="5645457" cy="2574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5"/>
              </a:lnSpc>
            </a:pPr>
            <a:r>
              <a:rPr lang="en-US" b="true" sz="7396" spc="-221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GRACE</a:t>
            </a:r>
          </a:p>
          <a:p>
            <a:pPr algn="ctr">
              <a:lnSpc>
                <a:spcPts val="10355"/>
              </a:lnSpc>
            </a:pP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98771">
            <a:off x="-1598058" y="5997698"/>
            <a:ext cx="13483115" cy="5319702"/>
          </a:xfrm>
          <a:custGeom>
            <a:avLst/>
            <a:gdLst/>
            <a:ahLst/>
            <a:cxnLst/>
            <a:rect r="r" b="b" t="t" l="l"/>
            <a:pathLst>
              <a:path h="5319702" w="13483115">
                <a:moveTo>
                  <a:pt x="0" y="0"/>
                </a:moveTo>
                <a:lnTo>
                  <a:pt x="13483116" y="0"/>
                </a:lnTo>
                <a:lnTo>
                  <a:pt x="13483116" y="5319702"/>
                </a:lnTo>
                <a:lnTo>
                  <a:pt x="0" y="53197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298771">
            <a:off x="1235787" y="7958642"/>
            <a:ext cx="7803852" cy="223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2"/>
              </a:lnSpc>
            </a:pPr>
            <a:r>
              <a:rPr lang="en-US" b="true" sz="6394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CONTENT CREATOR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48160">
            <a:off x="1045962" y="6211624"/>
            <a:ext cx="7762986" cy="114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b="true" sz="990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CREATOR</a:t>
            </a:r>
          </a:p>
        </p:txBody>
      </p:sp>
      <p:sp>
        <p:nvSpPr>
          <p:cNvPr name="TextBox 4" id="4"/>
          <p:cNvSpPr txBox="true"/>
          <p:nvPr/>
        </p:nvSpPr>
        <p:spPr>
          <a:xfrm rot="-148160">
            <a:off x="1321824" y="4920281"/>
            <a:ext cx="7736529" cy="114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b="true" sz="990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CONTENT </a:t>
            </a:r>
          </a:p>
        </p:txBody>
      </p:sp>
      <p:sp>
        <p:nvSpPr>
          <p:cNvPr name="TextBox 5" id="5"/>
          <p:cNvSpPr txBox="true"/>
          <p:nvPr/>
        </p:nvSpPr>
        <p:spPr>
          <a:xfrm rot="-148160">
            <a:off x="1546457" y="9931823"/>
            <a:ext cx="7716034" cy="114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b="true" sz="990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CONTENT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-148160">
            <a:off x="855222" y="8641710"/>
            <a:ext cx="8279939" cy="114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b="true" sz="990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CREATOR</a:t>
            </a:r>
          </a:p>
        </p:txBody>
      </p:sp>
      <p:sp>
        <p:nvSpPr>
          <p:cNvPr name="TextBox 8" id="8"/>
          <p:cNvSpPr txBox="true"/>
          <p:nvPr/>
        </p:nvSpPr>
        <p:spPr>
          <a:xfrm rot="-148160">
            <a:off x="1173520" y="7357438"/>
            <a:ext cx="8236506" cy="114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b="true" sz="990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CONTENT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225897" y="3375250"/>
            <a:ext cx="6051258" cy="8885949"/>
          </a:xfrm>
          <a:custGeom>
            <a:avLst/>
            <a:gdLst/>
            <a:ahLst/>
            <a:cxnLst/>
            <a:rect r="r" b="b" t="t" l="l"/>
            <a:pathLst>
              <a:path h="8885949" w="6051258">
                <a:moveTo>
                  <a:pt x="0" y="0"/>
                </a:moveTo>
                <a:lnTo>
                  <a:pt x="6051257" y="0"/>
                </a:lnTo>
                <a:lnTo>
                  <a:pt x="6051257" y="8885948"/>
                </a:lnTo>
                <a:lnTo>
                  <a:pt x="0" y="88859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98771">
            <a:off x="-67536" y="10004456"/>
            <a:ext cx="10384745" cy="4097254"/>
          </a:xfrm>
          <a:custGeom>
            <a:avLst/>
            <a:gdLst/>
            <a:ahLst/>
            <a:cxnLst/>
            <a:rect r="r" b="b" t="t" l="l"/>
            <a:pathLst>
              <a:path h="4097254" w="10384745">
                <a:moveTo>
                  <a:pt x="0" y="0"/>
                </a:moveTo>
                <a:lnTo>
                  <a:pt x="10384745" y="0"/>
                </a:lnTo>
                <a:lnTo>
                  <a:pt x="10384745" y="4097254"/>
                </a:lnTo>
                <a:lnTo>
                  <a:pt x="0" y="409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298771">
            <a:off x="2314570" y="11730119"/>
            <a:ext cx="5645457" cy="2574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5"/>
              </a:lnSpc>
            </a:pPr>
            <a:r>
              <a:rPr lang="en-US" b="true" sz="7396" spc="-221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EMILY</a:t>
            </a:r>
          </a:p>
          <a:p>
            <a:pPr algn="ctr">
              <a:lnSpc>
                <a:spcPts val="10355"/>
              </a:lnSpc>
            </a:pP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4625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808" t="0" r="-4380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45698" y="-2566999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0" y="0"/>
                </a:moveTo>
                <a:lnTo>
                  <a:pt x="8229600" y="0"/>
                </a:lnTo>
                <a:lnTo>
                  <a:pt x="8229600" y="7989570"/>
                </a:lnTo>
                <a:lnTo>
                  <a:pt x="0" y="798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347852" y="13541978"/>
            <a:ext cx="8229600" cy="7989570"/>
          </a:xfrm>
          <a:custGeom>
            <a:avLst/>
            <a:gdLst/>
            <a:ahLst/>
            <a:cxnLst/>
            <a:rect r="r" b="b" t="t" l="l"/>
            <a:pathLst>
              <a:path h="7989570" w="8229600">
                <a:moveTo>
                  <a:pt x="8229600" y="0"/>
                </a:moveTo>
                <a:lnTo>
                  <a:pt x="0" y="0"/>
                </a:lnTo>
                <a:lnTo>
                  <a:pt x="0" y="7989570"/>
                </a:lnTo>
                <a:lnTo>
                  <a:pt x="8229600" y="798957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98771">
            <a:off x="-1417226" y="6893770"/>
            <a:ext cx="13121453" cy="5177010"/>
          </a:xfrm>
          <a:custGeom>
            <a:avLst/>
            <a:gdLst/>
            <a:ahLst/>
            <a:cxnLst/>
            <a:rect r="r" b="b" t="t" l="l"/>
            <a:pathLst>
              <a:path h="5177010" w="13121453">
                <a:moveTo>
                  <a:pt x="0" y="0"/>
                </a:moveTo>
                <a:lnTo>
                  <a:pt x="13121452" y="0"/>
                </a:lnTo>
                <a:lnTo>
                  <a:pt x="13121452" y="5177009"/>
                </a:lnTo>
                <a:lnTo>
                  <a:pt x="0" y="5177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148160">
            <a:off x="-770735" y="9576840"/>
            <a:ext cx="12413007" cy="1094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38"/>
              </a:lnSpc>
            </a:pPr>
            <a:r>
              <a:rPr lang="en-US" b="true" sz="9547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EEA FAMILY</a:t>
            </a:r>
          </a:p>
        </p:txBody>
      </p:sp>
      <p:sp>
        <p:nvSpPr>
          <p:cNvPr name="TextBox 7" id="7"/>
          <p:cNvSpPr txBox="true"/>
          <p:nvPr/>
        </p:nvSpPr>
        <p:spPr>
          <a:xfrm rot="-148160">
            <a:off x="154308" y="8954063"/>
            <a:ext cx="10463329" cy="164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70"/>
              </a:lnSpc>
            </a:pPr>
            <a:r>
              <a:rPr lang="en-US" b="true" sz="9550">
                <a:solidFill>
                  <a:srgbClr val="381D14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EEA FAMILY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DAG-9i7BGGs</dc:identifier>
  <dcterms:modified xsi:type="dcterms:W3CDTF">2011-08-01T06:04:30Z</dcterms:modified>
  <cp:revision>1</cp:revision>
  <dc:title>Copy of Brown and White Modern Happy Birthday Instagram Post</dc:title>
</cp:coreProperties>
</file>